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72" r:id="rId6"/>
    <p:sldId id="267" r:id="rId7"/>
    <p:sldId id="269" r:id="rId8"/>
    <p:sldId id="270" r:id="rId9"/>
    <p:sldId id="271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ado\Desktop\20150406105521_tIABl8gy_euroshot_2015040610544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26" b="22550"/>
          <a:stretch/>
        </p:blipFill>
        <p:spPr bwMode="auto">
          <a:xfrm>
            <a:off x="1259632" y="2636912"/>
            <a:ext cx="3312368" cy="31188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5846" y="1382911"/>
            <a:ext cx="8638728" cy="1470025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Project. 3D Virtual Human Modeling &amp; Visualization</a:t>
            </a:r>
            <a:br>
              <a:rPr lang="ko-KR" altLang="ko-KR" sz="2400" dirty="0"/>
            </a:b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859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67544" y="1268760"/>
            <a:ext cx="8229600" cy="1143000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목 차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3347864" y="2924944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3600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함수설명</a:t>
            </a: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n-ea"/>
              </a:rPr>
              <a:t> 실행화면</a:t>
            </a:r>
          </a:p>
        </p:txBody>
      </p:sp>
    </p:spTree>
    <p:extLst>
      <p:ext uri="{BB962C8B-B14F-4D97-AF65-F5344CB8AC3E}">
        <p14:creationId xmlns:p14="http://schemas.microsoft.com/office/powerpoint/2010/main" val="223873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1979712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39552" y="1711349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void myLight(void);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void myDisplay(void);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void myKeyboard(unsigned char key, int x, int y);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void myMouseMotion(GLint X, GLint Y);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int loadGLTextures(void);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AUX_RGBImageRec *loadBMP(char *filename);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2540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8316416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myLight(void)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아래의 조명 설정에 관한 함수</a:t>
            </a:r>
            <a:endParaRPr lang="en-US" altLang="ko-KR" sz="2800" b="1" dirty="0"/>
          </a:p>
          <a:p>
            <a:pPr marL="91440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GL_AMBIENT</a:t>
            </a:r>
          </a:p>
          <a:p>
            <a:pPr marL="91440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GL_DIFFUSE</a:t>
            </a:r>
          </a:p>
          <a:p>
            <a:pPr marL="91440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GL_EMISSION</a:t>
            </a:r>
          </a:p>
          <a:p>
            <a:pPr marL="91440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GL_SPECULAR</a:t>
            </a:r>
          </a:p>
          <a:p>
            <a:pPr marL="91440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/>
              <a:t>GL_POSITION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707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8316416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myDisplay(void)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도라에몽을 </a:t>
            </a:r>
            <a:r>
              <a:rPr lang="en-US" altLang="ko-KR" sz="2800" b="1" dirty="0"/>
              <a:t>modeling</a:t>
            </a:r>
            <a:r>
              <a:rPr lang="ko-KR" altLang="en-US" sz="2800" b="1" dirty="0"/>
              <a:t>하는 함수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glPushMatrix, glPopMatrix() </a:t>
            </a:r>
            <a:r>
              <a:rPr lang="ko-KR" altLang="en-US" sz="2400" dirty="0"/>
              <a:t>행렬 스택 사용</a:t>
            </a:r>
            <a:r>
              <a:rPr lang="en-US" altLang="ko-KR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머리와 몸 </a:t>
            </a:r>
            <a:r>
              <a:rPr lang="en-US" altLang="ko-KR" sz="2400" dirty="0"/>
              <a:t>: gluSphere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목</a:t>
            </a:r>
            <a:r>
              <a:rPr lang="en-US" altLang="ko-KR" sz="2400" dirty="0"/>
              <a:t>, </a:t>
            </a:r>
            <a:r>
              <a:rPr lang="ko-KR" altLang="en-US" sz="2400" dirty="0"/>
              <a:t>발</a:t>
            </a:r>
            <a:r>
              <a:rPr lang="en-US" altLang="ko-KR" sz="2400" dirty="0"/>
              <a:t> : glutSolidTorus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팔</a:t>
            </a:r>
            <a:r>
              <a:rPr lang="en-US" altLang="ko-KR" sz="2400" dirty="0"/>
              <a:t>, </a:t>
            </a:r>
            <a:r>
              <a:rPr lang="ko-KR" altLang="en-US" sz="2400" dirty="0"/>
              <a:t>다리 </a:t>
            </a:r>
            <a:r>
              <a:rPr lang="en-US" altLang="ko-KR" sz="2400" dirty="0"/>
              <a:t>: gluCylinder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손</a:t>
            </a:r>
            <a:r>
              <a:rPr lang="en-US" altLang="ko-KR" sz="2400" dirty="0"/>
              <a:t>, </a:t>
            </a:r>
            <a:r>
              <a:rPr lang="ko-KR" altLang="en-US" sz="2400" dirty="0"/>
              <a:t>꼬리 </a:t>
            </a:r>
            <a:r>
              <a:rPr lang="en-US" altLang="ko-KR" sz="2400" dirty="0"/>
              <a:t>: glutSolidSphere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796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-85945"/>
            <a:ext cx="8892480" cy="980728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myKeyboard(unsigned char key, int x, int y)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Zoom-in &amp; Zoom-out</a:t>
            </a:r>
            <a:r>
              <a:rPr lang="ko-KR" altLang="en-US" sz="2800" b="1" dirty="0"/>
              <a:t>를 조정하는 함수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‘a’ key : zoom-in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‘z’ key : zoom-out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추가기능 </a:t>
            </a:r>
            <a:r>
              <a:rPr lang="en-US" altLang="ko-KR" sz="2400" dirty="0"/>
              <a:t>‘q’ key : </a:t>
            </a:r>
            <a:r>
              <a:rPr lang="ko-KR" altLang="en-US" sz="2400" dirty="0"/>
              <a:t>프로그램 종료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9011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-139243"/>
            <a:ext cx="8892480" cy="980728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void myMouseMotion(GLint X, GLint Y);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Mouse drag</a:t>
            </a:r>
            <a:r>
              <a:rPr lang="ko-KR" altLang="en-US" sz="2800" b="1" dirty="0"/>
              <a:t>로 물체의 회전각도를 변경하는 함수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좌우 드래그 </a:t>
            </a:r>
            <a:r>
              <a:rPr lang="en-US" altLang="ko-KR" sz="2400" dirty="0"/>
              <a:t>: </a:t>
            </a:r>
            <a:r>
              <a:rPr lang="ko-KR" altLang="en-US" sz="2400" dirty="0"/>
              <a:t>좌우 회전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상하 드래그 </a:t>
            </a:r>
            <a:r>
              <a:rPr lang="en-US" altLang="ko-KR" sz="2400" dirty="0"/>
              <a:t>: </a:t>
            </a:r>
            <a:r>
              <a:rPr lang="ko-KR" altLang="en-US" sz="2400" dirty="0"/>
              <a:t>상하 회전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7380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-139243"/>
            <a:ext cx="8892480" cy="980728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 loadGLTextures(void)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물체에 입힐 텍스쳐를 설정해주는 함수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Head.bmp : </a:t>
            </a:r>
            <a:r>
              <a:rPr lang="ko-KR" altLang="en-US" sz="2400" dirty="0"/>
              <a:t>머리에 입힐 텍스쳐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Body.bmp : </a:t>
            </a:r>
            <a:r>
              <a:rPr lang="ko-KR" altLang="en-US" sz="2400" dirty="0"/>
              <a:t>몸통에 입힐 텍스쳐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400" dirty="0"/>
              <a:t>텍스쳐를 입힐 </a:t>
            </a:r>
            <a:r>
              <a:rPr lang="en-US" altLang="ko-KR" sz="2400" dirty="0"/>
              <a:t>Quadric object</a:t>
            </a:r>
            <a:r>
              <a:rPr lang="ko-KR" altLang="en-US" sz="2400" dirty="0"/>
              <a:t>들을 초기화 함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41258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-139243"/>
            <a:ext cx="8892480" cy="980728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함수설명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AUX_RGBImageRec *loadBMP(char *filename)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인자로 받아온 파일 이름의 </a:t>
            </a:r>
            <a:r>
              <a:rPr lang="en-US" altLang="ko-KR" sz="2800" b="1" dirty="0"/>
              <a:t>Bitmap </a:t>
            </a:r>
            <a:r>
              <a:rPr lang="ko-KR" altLang="en-US" sz="2800" b="1" dirty="0"/>
              <a:t>형식 이미지를 로드하는 함수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56191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4860032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맨 처음 기본 자세 </a:t>
            </a:r>
          </a:p>
        </p:txBody>
      </p:sp>
      <p:pic>
        <p:nvPicPr>
          <p:cNvPr id="2050" name="Picture 2" descr="C:\Users\sado\Desktop\cg\기본자세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725" y="1269000"/>
            <a:ext cx="4164547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20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4860032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마우스 좌우 드래그</a:t>
            </a:r>
          </a:p>
        </p:txBody>
      </p:sp>
      <p:pic>
        <p:nvPicPr>
          <p:cNvPr id="3074" name="Picture 2" descr="C:\Users\sado\Desktop\cg\옆으로회전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6" y="1268760"/>
            <a:ext cx="4164547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16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4860032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마우스 상하 드래그</a:t>
            </a:r>
          </a:p>
        </p:txBody>
      </p:sp>
      <p:pic>
        <p:nvPicPr>
          <p:cNvPr id="4098" name="Picture 2" descr="C:\Users\sado\Desktop\cg\위로회전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268760"/>
            <a:ext cx="4164548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9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4860032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마우스 임의 드래그</a:t>
            </a:r>
          </a:p>
        </p:txBody>
      </p:sp>
      <p:pic>
        <p:nvPicPr>
          <p:cNvPr id="5122" name="Picture 2" descr="C:\Users\sado\Desktop\cg\임의회전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268760"/>
            <a:ext cx="4164548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729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5364088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키보드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‘a’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키로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zoom in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146" name="Picture 2" descr="C:\Users\sado\Desktop\cg\확대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269240"/>
            <a:ext cx="4164548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9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5364088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키보드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‘z’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키로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zoom out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7170" name="Picture 2" descr="C:\Users\sado\Desktop\cg\축소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248" y="1268760"/>
            <a:ext cx="4164547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2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44016" y="0"/>
            <a:ext cx="7308304" cy="810344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실행화면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키보드 </a:t>
            </a:r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‘q’</a:t>
            </a:r>
            <a:r>
              <a:rPr lang="ko-KR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키로 프로그램 종료</a:t>
            </a:r>
          </a:p>
        </p:txBody>
      </p:sp>
      <p:pic>
        <p:nvPicPr>
          <p:cNvPr id="7170" name="Picture 2" descr="C:\Users\sado\Desktop\cg\축소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248" y="1268760"/>
            <a:ext cx="4164547" cy="4320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3"/>
          <p:cNvSpPr txBox="1">
            <a:spLocks/>
          </p:cNvSpPr>
          <p:nvPr/>
        </p:nvSpPr>
        <p:spPr>
          <a:xfrm>
            <a:off x="3707904" y="2141077"/>
            <a:ext cx="2088232" cy="810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Bye~ bye~</a:t>
            </a:r>
            <a:endParaRPr lang="ko-KR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122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302</Words>
  <Application>Microsoft Office PowerPoint</Application>
  <PresentationFormat>화면 슬라이드 쇼(4:3)</PresentationFormat>
  <Paragraphs>49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Wingdings</vt:lpstr>
      <vt:lpstr>Office 테마</vt:lpstr>
      <vt:lpstr>Project. 3D Virtual Human Modeling &amp; Visualization </vt:lpstr>
      <vt:lpstr>목 차</vt:lpstr>
      <vt:lpstr>함수설명</vt:lpstr>
      <vt:lpstr>함수설명 - void myLight(void)</vt:lpstr>
      <vt:lpstr>함수설명 - void myDisplay(void)</vt:lpstr>
      <vt:lpstr>함수설명 - void myKeyboard(unsigned char key, int x, int y)</vt:lpstr>
      <vt:lpstr>함수설명 - void myMouseMotion(GLint X, GLint Y);</vt:lpstr>
      <vt:lpstr>함수설명 - int loadGLTextures(void)</vt:lpstr>
      <vt:lpstr>함수설명 - AUX_RGBImageRec *loadBMP(char *filename)</vt:lpstr>
      <vt:lpstr>실행화면 – 맨 처음 기본 자세 </vt:lpstr>
      <vt:lpstr>실행화면 – 마우스 좌우 드래그</vt:lpstr>
      <vt:lpstr>실행화면 – 마우스 상하 드래그</vt:lpstr>
      <vt:lpstr>실행화면 – 마우스 임의 드래그</vt:lpstr>
      <vt:lpstr>실행화면 – 키보드 ‘a’키로 zoom in</vt:lpstr>
      <vt:lpstr>실행화면 – 키보드 ‘z’키로 zoom out</vt:lpstr>
      <vt:lpstr>실행화면 – 키보드 ‘q’키로 프로그램 종료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Project. 3D Virtual Human Modeling &amp; Visualization</dc:title>
  <dc:creator>Microsoft Corporation</dc:creator>
  <cp:lastModifiedBy>정진 이</cp:lastModifiedBy>
  <cp:revision>9</cp:revision>
  <dcterms:created xsi:type="dcterms:W3CDTF">2006-10-05T04:04:58Z</dcterms:created>
  <dcterms:modified xsi:type="dcterms:W3CDTF">2025-03-10T13:44:27Z</dcterms:modified>
</cp:coreProperties>
</file>