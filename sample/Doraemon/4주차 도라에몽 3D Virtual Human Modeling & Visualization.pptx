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310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3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57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1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81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361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0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14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1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07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4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35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37" r:id="rId6"/>
    <p:sldLayoutId id="2147483733" r:id="rId7"/>
    <p:sldLayoutId id="2147483734" r:id="rId8"/>
    <p:sldLayoutId id="2147483735" r:id="rId9"/>
    <p:sldLayoutId id="2147483736" r:id="rId10"/>
    <p:sldLayoutId id="214748373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8B530AE-3D29-7A17-6BD4-B04F65C65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5" y="703948"/>
            <a:ext cx="3788767" cy="620110"/>
          </a:xfrm>
        </p:spPr>
        <p:txBody>
          <a:bodyPr>
            <a:normAutofit fontScale="90000"/>
          </a:bodyPr>
          <a:lstStyle/>
          <a:p>
            <a:r>
              <a:rPr lang="ko-KR" altLang="en-US" dirty="0" err="1"/>
              <a:t>컴퓨터그래픽스</a:t>
            </a:r>
            <a:br>
              <a:rPr lang="en-US" altLang="ko-KR" dirty="0"/>
            </a:br>
            <a:r>
              <a:rPr lang="ko-KR" altLang="en-US" dirty="0"/>
              <a:t>프로젝트 </a:t>
            </a:r>
            <a:r>
              <a:rPr lang="en-US" altLang="ko-KR" dirty="0"/>
              <a:t>PPT</a:t>
            </a:r>
            <a:endParaRPr lang="ko-KR" altLang="en-US" dirty="0"/>
          </a:p>
        </p:txBody>
      </p:sp>
      <p:pic>
        <p:nvPicPr>
          <p:cNvPr id="4" name="Picture 3" descr="추상적인 유전 컨셉">
            <a:extLst>
              <a:ext uri="{FF2B5EF4-FFF2-40B4-BE49-F238E27FC236}">
                <a16:creationId xmlns:a16="http://schemas.microsoft.com/office/drawing/2014/main" id="{B938DCD6-C577-BA0A-692D-22E88C6362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19" r="-2" b="-2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7165638-36F7-E74F-8A76-A62993136C98}"/>
              </a:ext>
            </a:extLst>
          </p:cNvPr>
          <p:cNvSpPr txBox="1">
            <a:spLocks/>
          </p:cNvSpPr>
          <p:nvPr/>
        </p:nvSpPr>
        <p:spPr>
          <a:xfrm>
            <a:off x="7973660" y="3118945"/>
            <a:ext cx="3788767" cy="62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도라에몽 모델링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3520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33D93-5F98-ACC0-5D74-06E33BAE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78AD6A-39A8-A987-4914-43CC43845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구조 설명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모델링 함수 설명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결론</a:t>
            </a:r>
            <a:r>
              <a:rPr lang="en-US" altLang="ko-KR" dirty="0"/>
              <a:t>, </a:t>
            </a:r>
            <a:r>
              <a:rPr lang="ko-KR" altLang="en-US" dirty="0" err="1"/>
              <a:t>느낀점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3797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D8A51-5A97-1ACC-1E3B-BB7F3BAA3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E64DC5-EA87-1515-CCF7-AECB796FB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텍스처는 얼굴에 적용</a:t>
            </a:r>
            <a:r>
              <a:rPr lang="en-US" altLang="ko-KR" dirty="0"/>
              <a:t>, </a:t>
            </a:r>
            <a:r>
              <a:rPr lang="en-US" altLang="ko-KR" dirty="0" err="1"/>
              <a:t>stb_image.h</a:t>
            </a:r>
            <a:r>
              <a:rPr lang="en-US" altLang="ko-KR" dirty="0"/>
              <a:t> </a:t>
            </a:r>
            <a:r>
              <a:rPr lang="ko-KR" altLang="en-US" dirty="0"/>
              <a:t>이용</a:t>
            </a:r>
            <a:endParaRPr lang="en-US" altLang="ko-KR" dirty="0"/>
          </a:p>
          <a:p>
            <a:r>
              <a:rPr lang="ko-KR" altLang="en-US" dirty="0"/>
              <a:t>각 모델링의 회전과 이동을 편하게 지원하기 위해 논리적 씬 그래프를 구성함</a:t>
            </a:r>
            <a:endParaRPr lang="en-US" altLang="ko-KR" dirty="0"/>
          </a:p>
          <a:p>
            <a:r>
              <a:rPr lang="ko-KR" altLang="en-US" dirty="0"/>
              <a:t>키보드</a:t>
            </a:r>
            <a:r>
              <a:rPr lang="en-US" altLang="ko-KR" dirty="0"/>
              <a:t>, </a:t>
            </a:r>
            <a:r>
              <a:rPr lang="ko-KR" altLang="en-US" dirty="0"/>
              <a:t>마우스 콜백으로 줌인</a:t>
            </a:r>
            <a:r>
              <a:rPr lang="en-US" altLang="ko-KR" dirty="0"/>
              <a:t>, </a:t>
            </a:r>
            <a:r>
              <a:rPr lang="ko-KR" altLang="en-US" dirty="0" err="1"/>
              <a:t>줌아웃</a:t>
            </a:r>
            <a:r>
              <a:rPr lang="en-US" altLang="ko-KR" dirty="0"/>
              <a:t>, Dragging </a:t>
            </a:r>
            <a:r>
              <a:rPr lang="ko-KR" altLang="en-US" dirty="0"/>
              <a:t>구현</a:t>
            </a:r>
            <a:endParaRPr lang="en-US" altLang="ko-KR" dirty="0"/>
          </a:p>
          <a:p>
            <a:r>
              <a:rPr lang="en-US" altLang="ko-KR" dirty="0" err="1"/>
              <a:t>BuildHuman</a:t>
            </a:r>
            <a:r>
              <a:rPr lang="ko-KR" altLang="en-US" dirty="0"/>
              <a:t>함수를 이용해 모델링 함수를 조립하고 루트 노드 리턴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주차 예시와 주제가 겹치지만</a:t>
            </a:r>
            <a:r>
              <a:rPr lang="en-US" altLang="ko-KR" dirty="0"/>
              <a:t>, </a:t>
            </a:r>
            <a:r>
              <a:rPr lang="ko-KR" altLang="en-US" dirty="0"/>
              <a:t>본 작품에서는 디테일링과 계층구조를 이용한 논리 구조화에 초점을 맞추었음</a:t>
            </a:r>
            <a:r>
              <a:rPr lang="en-US" altLang="ko-KR" dirty="0"/>
              <a:t>. </a:t>
            </a:r>
            <a:r>
              <a:rPr lang="ko-KR" altLang="en-US" dirty="0"/>
              <a:t>모델링 대상만 같다고 봐도 무방함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사실 다 만들고 나서 </a:t>
            </a:r>
            <a:r>
              <a:rPr lang="en-US" altLang="ko-KR" dirty="0"/>
              <a:t>PPT</a:t>
            </a:r>
            <a:r>
              <a:rPr lang="ko-KR" altLang="en-US" dirty="0" err="1"/>
              <a:t>만들때</a:t>
            </a:r>
            <a:r>
              <a:rPr lang="ko-KR" altLang="en-US" dirty="0"/>
              <a:t> 예시를 </a:t>
            </a:r>
            <a:r>
              <a:rPr lang="ko-KR" altLang="en-US" dirty="0" err="1"/>
              <a:t>처음봐서</a:t>
            </a:r>
            <a:r>
              <a:rPr lang="ko-KR" altLang="en-US" dirty="0"/>
              <a:t> 겹치는지 몰랐음</a:t>
            </a:r>
            <a:r>
              <a:rPr lang="en-US" altLang="ko-KR" dirty="0"/>
              <a:t>…</a:t>
            </a:r>
            <a:r>
              <a:rPr lang="ko-KR" altLang="en-US" dirty="0" err="1"/>
              <a:t>ㅠㅠㅠ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89544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A2E41-A738-4C5B-E3D8-0367F4FEF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BEF1B-C39D-D813-279C-235BAE179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모델링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F75B27-D3C9-B1F0-2A1D-803EF2758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모델링 전</a:t>
            </a:r>
            <a:r>
              <a:rPr lang="en-US" altLang="ko-KR" dirty="0"/>
              <a:t>, </a:t>
            </a:r>
            <a:r>
              <a:rPr lang="ko-KR" altLang="en-US" dirty="0"/>
              <a:t>설정을 위해 </a:t>
            </a:r>
            <a:r>
              <a:rPr lang="en-US" altLang="ko-KR" dirty="0"/>
              <a:t>main.cpp</a:t>
            </a:r>
            <a:r>
              <a:rPr lang="ko-KR" altLang="en-US" dirty="0"/>
              <a:t>에 </a:t>
            </a:r>
            <a:r>
              <a:rPr lang="en-US" altLang="ko-KR" dirty="0"/>
              <a:t>initializer </a:t>
            </a:r>
            <a:r>
              <a:rPr lang="ko-KR" altLang="en-US" dirty="0"/>
              <a:t>함수 구현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400" dirty="0" err="1"/>
              <a:t>glEnable</a:t>
            </a:r>
            <a:r>
              <a:rPr lang="en-US" altLang="ko-KR" sz="1400" dirty="0"/>
              <a:t>(GL_DEPTH_TEST);</a:t>
            </a:r>
          </a:p>
          <a:p>
            <a:pPr marL="0" indent="0">
              <a:buNone/>
            </a:pPr>
            <a:r>
              <a:rPr lang="en-US" altLang="ko-KR" sz="1400" dirty="0" err="1"/>
              <a:t>glEnable</a:t>
            </a:r>
            <a:r>
              <a:rPr lang="en-US" altLang="ko-KR" sz="1400" dirty="0"/>
              <a:t>(GL_LIGHTING);</a:t>
            </a:r>
          </a:p>
          <a:p>
            <a:pPr marL="0" indent="0">
              <a:buNone/>
            </a:pPr>
            <a:r>
              <a:rPr lang="en-US" altLang="ko-KR" sz="1400" dirty="0" err="1"/>
              <a:t>glEnable</a:t>
            </a:r>
            <a:r>
              <a:rPr lang="en-US" altLang="ko-KR" sz="1400" dirty="0"/>
              <a:t>(GL_LIGHT0);</a:t>
            </a:r>
          </a:p>
          <a:p>
            <a:pPr marL="0" indent="0">
              <a:buNone/>
            </a:pPr>
            <a:r>
              <a:rPr lang="en-US" altLang="ko-KR" sz="1400" dirty="0" err="1"/>
              <a:t>glEnable</a:t>
            </a:r>
            <a:r>
              <a:rPr lang="en-US" altLang="ko-KR" sz="1400" dirty="0"/>
              <a:t>(GL_COLOR_MATERIAL);</a:t>
            </a:r>
          </a:p>
          <a:p>
            <a:pPr marL="0" indent="0">
              <a:buNone/>
            </a:pPr>
            <a:r>
              <a:rPr lang="en-US" altLang="ko-KR" sz="1400" dirty="0" err="1"/>
              <a:t>glEnable</a:t>
            </a:r>
            <a:r>
              <a:rPr lang="en-US" altLang="ko-KR" sz="1400" dirty="0"/>
              <a:t>(GL_NORMALIZE);  // </a:t>
            </a:r>
            <a:r>
              <a:rPr lang="ko-KR" altLang="en-US" sz="1400" dirty="0" err="1"/>
              <a:t>스케일링된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메쉬</a:t>
            </a:r>
            <a:r>
              <a:rPr lang="ko-KR" altLang="en-US" sz="1400" dirty="0"/>
              <a:t> 조명 보정</a:t>
            </a:r>
          </a:p>
          <a:p>
            <a:pPr marL="0" indent="0">
              <a:buNone/>
            </a:pPr>
            <a:r>
              <a:rPr lang="en-US" altLang="ko-KR" sz="1400" dirty="0" err="1"/>
              <a:t>glEnable</a:t>
            </a:r>
            <a:r>
              <a:rPr lang="en-US" altLang="ko-KR" sz="1400" dirty="0"/>
              <a:t>(GL_TEXTURE_2D);  // </a:t>
            </a:r>
            <a:r>
              <a:rPr lang="ko-KR" altLang="en-US" sz="1400" dirty="0"/>
              <a:t>텍스처 활성화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dirty="0"/>
              <a:t>스케일링 된 </a:t>
            </a:r>
            <a:r>
              <a:rPr lang="ko-KR" altLang="en-US" dirty="0" err="1"/>
              <a:t>메쉬는</a:t>
            </a:r>
            <a:r>
              <a:rPr lang="ko-KR" altLang="en-US" dirty="0"/>
              <a:t> </a:t>
            </a:r>
            <a:r>
              <a:rPr lang="ko-KR" altLang="en-US" dirty="0" err="1"/>
              <a:t>노말</a:t>
            </a:r>
            <a:r>
              <a:rPr lang="ko-KR" altLang="en-US" dirty="0"/>
              <a:t> 벡터가 정상적인 상태가 아니므로</a:t>
            </a:r>
            <a:r>
              <a:rPr lang="en-US" altLang="ko-KR" dirty="0"/>
              <a:t>(</a:t>
            </a:r>
            <a:r>
              <a:rPr lang="ko-KR" altLang="en-US" dirty="0"/>
              <a:t>크기가 단위벡터가 아님</a:t>
            </a:r>
            <a:r>
              <a:rPr lang="en-US" altLang="ko-KR" dirty="0"/>
              <a:t>), GL_NORMALIZE </a:t>
            </a:r>
            <a:r>
              <a:rPr lang="ko-KR" altLang="en-US" dirty="0"/>
              <a:t>옵션을 </a:t>
            </a:r>
            <a:r>
              <a:rPr lang="ko-KR" altLang="en-US" dirty="0" err="1"/>
              <a:t>줘야한다는</a:t>
            </a:r>
            <a:r>
              <a:rPr lang="ko-KR" altLang="en-US" dirty="0"/>
              <a:t> 데에서 조금 헤맸었음</a:t>
            </a:r>
          </a:p>
        </p:txBody>
      </p:sp>
    </p:spTree>
    <p:extLst>
      <p:ext uri="{BB962C8B-B14F-4D97-AF65-F5344CB8AC3E}">
        <p14:creationId xmlns:p14="http://schemas.microsoft.com/office/powerpoint/2010/main" val="4044483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67ACF-EA2D-526C-D08C-475DE7259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12151-1FC5-BC3E-4A74-C2C72AA8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모델링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51287A-1D90-1331-7965-02D47A6B8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Display</a:t>
            </a:r>
            <a:r>
              <a:rPr lang="ko-KR" altLang="en-US" dirty="0"/>
              <a:t>를 위해 </a:t>
            </a:r>
            <a:r>
              <a:rPr lang="en-US" altLang="ko-KR" dirty="0" err="1"/>
              <a:t>BuildHuman</a:t>
            </a:r>
            <a:r>
              <a:rPr lang="ko-KR" altLang="en-US" dirty="0"/>
              <a:t>으로 루트 노드를 </a:t>
            </a:r>
            <a:r>
              <a:rPr lang="ko-KR" altLang="en-US" dirty="0" err="1"/>
              <a:t>리턴받으면</a:t>
            </a:r>
            <a:r>
              <a:rPr lang="ko-KR" altLang="en-US" dirty="0"/>
              <a:t> </a:t>
            </a:r>
            <a:r>
              <a:rPr lang="en-US" altLang="ko-KR" dirty="0"/>
              <a:t>SceneNode.cpp</a:t>
            </a:r>
            <a:r>
              <a:rPr lang="ko-KR" altLang="en-US" dirty="0"/>
              <a:t>에 구현된 </a:t>
            </a:r>
            <a:r>
              <a:rPr lang="en-US" altLang="ko-KR" dirty="0"/>
              <a:t>render() </a:t>
            </a:r>
            <a:r>
              <a:rPr lang="ko-KR" altLang="en-US" dirty="0"/>
              <a:t>함수를 이용해 렌더링</a:t>
            </a:r>
            <a:endParaRPr lang="en-US" altLang="ko-KR" dirty="0"/>
          </a:p>
          <a:p>
            <a:r>
              <a:rPr lang="en-US" altLang="ko-KR" dirty="0"/>
              <a:t>std::function&lt;void()&gt; </a:t>
            </a:r>
            <a:r>
              <a:rPr lang="en-US" altLang="ko-KR" dirty="0" err="1"/>
              <a:t>renderFunc</a:t>
            </a:r>
            <a:r>
              <a:rPr lang="en-US" altLang="ko-KR" dirty="0"/>
              <a:t>;</a:t>
            </a:r>
            <a:r>
              <a:rPr lang="ko-KR" altLang="en-US" dirty="0"/>
              <a:t>을 이용해 각 노드에 맞는 </a:t>
            </a:r>
            <a:r>
              <a:rPr lang="ko-KR" altLang="en-US" dirty="0" err="1"/>
              <a:t>렌더</a:t>
            </a:r>
            <a:r>
              <a:rPr lang="ko-KR" altLang="en-US" dirty="0"/>
              <a:t> 함수를 </a:t>
            </a:r>
            <a:r>
              <a:rPr lang="ko-KR" altLang="en-US" dirty="0" err="1"/>
              <a:t>저장해두었다가</a:t>
            </a:r>
            <a:r>
              <a:rPr lang="ko-KR" altLang="en-US" dirty="0"/>
              <a:t> 각각의 함수로 개별적으로 렌더링하도록 구성</a:t>
            </a:r>
            <a:endParaRPr lang="en-US" altLang="ko-KR" dirty="0"/>
          </a:p>
          <a:p>
            <a:r>
              <a:rPr lang="en-US" altLang="ko-KR" dirty="0" err="1"/>
              <a:t>glRotate</a:t>
            </a:r>
            <a:r>
              <a:rPr lang="ko-KR" altLang="en-US" dirty="0"/>
              <a:t>나 </a:t>
            </a:r>
            <a:r>
              <a:rPr lang="en-US" altLang="ko-KR" dirty="0" err="1"/>
              <a:t>glTranslatef</a:t>
            </a:r>
            <a:r>
              <a:rPr lang="ko-KR" altLang="en-US" dirty="0"/>
              <a:t>의 경우</a:t>
            </a:r>
            <a:r>
              <a:rPr lang="en-US" altLang="ko-KR" dirty="0"/>
              <a:t>, </a:t>
            </a:r>
            <a:r>
              <a:rPr lang="ko-KR" altLang="en-US" dirty="0"/>
              <a:t>중복으로 같은 연산을 </a:t>
            </a:r>
            <a:r>
              <a:rPr lang="ko-KR" altLang="en-US" dirty="0" err="1"/>
              <a:t>해야하는</a:t>
            </a:r>
            <a:r>
              <a:rPr lang="ko-KR" altLang="en-US" dirty="0"/>
              <a:t> 경우가 많았기에 트랜스폼을 적용하고 </a:t>
            </a:r>
            <a:r>
              <a:rPr lang="en-US" altLang="ko-KR" dirty="0"/>
              <a:t>-&gt; </a:t>
            </a:r>
            <a:r>
              <a:rPr lang="ko-KR" altLang="en-US" dirty="0" err="1"/>
              <a:t>렌더</a:t>
            </a:r>
            <a:r>
              <a:rPr lang="ko-KR" altLang="en-US" dirty="0"/>
              <a:t> 함수를 실행하고 </a:t>
            </a:r>
            <a:r>
              <a:rPr lang="en-US" altLang="ko-KR" dirty="0"/>
              <a:t>-&gt; </a:t>
            </a:r>
            <a:r>
              <a:rPr lang="ko-KR" altLang="en-US" dirty="0"/>
              <a:t>자식 노드의 </a:t>
            </a:r>
            <a:r>
              <a:rPr lang="ko-KR" altLang="en-US" dirty="0" err="1"/>
              <a:t>렌더</a:t>
            </a:r>
            <a:r>
              <a:rPr lang="ko-KR" altLang="en-US" dirty="0"/>
              <a:t> 함수를 호출하는 </a:t>
            </a:r>
            <a:r>
              <a:rPr lang="ko-KR" altLang="en-US" dirty="0" err="1"/>
              <a:t>재귀식</a:t>
            </a:r>
            <a:r>
              <a:rPr lang="ko-KR" altLang="en-US" dirty="0"/>
              <a:t> 렌더링을 이용해 조금 더 확장 가능하게 짬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9154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D6A6F-8BB4-BCC9-7B87-83237EC6A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77481B-BFDE-38FF-478F-659F9D2D5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 모델링함수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2DB23F-8B9F-4A61-E95A-B3D012F75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dirty="0"/>
              <a:t>원래는 </a:t>
            </a:r>
            <a:r>
              <a:rPr lang="en-US" altLang="ko-KR" sz="1400" dirty="0"/>
              <a:t>Capsule</a:t>
            </a:r>
            <a:r>
              <a:rPr lang="ko-KR" altLang="en-US" sz="1400" dirty="0"/>
              <a:t>을 렌더링하는 함수 </a:t>
            </a:r>
            <a:r>
              <a:rPr lang="en-US" altLang="ko-KR" sz="1400" dirty="0"/>
              <a:t>(</a:t>
            </a:r>
            <a:r>
              <a:rPr lang="ko-KR" altLang="en-US" sz="1400" dirty="0"/>
              <a:t>고정된 크기의 원기둥</a:t>
            </a:r>
            <a:r>
              <a:rPr lang="en-US" altLang="ko-KR" sz="1400" dirty="0"/>
              <a:t>, </a:t>
            </a:r>
            <a:r>
              <a:rPr lang="ko-KR" altLang="en-US" sz="1400" dirty="0"/>
              <a:t>위 아래는 구로 볼록하게</a:t>
            </a:r>
            <a:r>
              <a:rPr lang="en-US" altLang="ko-KR" sz="1400" dirty="0"/>
              <a:t>)</a:t>
            </a:r>
            <a:r>
              <a:rPr lang="ko-KR" altLang="en-US" sz="1400" dirty="0"/>
              <a:t>를 </a:t>
            </a:r>
            <a:r>
              <a:rPr lang="ko-KR" altLang="en-US" sz="1400" dirty="0" err="1"/>
              <a:t>도라에몽의</a:t>
            </a:r>
            <a:r>
              <a:rPr lang="ko-KR" altLang="en-US" sz="1400" dirty="0"/>
              <a:t> 팔 다리에 </a:t>
            </a:r>
            <a:r>
              <a:rPr lang="ko-KR" altLang="en-US" sz="1400" dirty="0" err="1"/>
              <a:t>쓰려고함</a:t>
            </a:r>
            <a:br>
              <a:rPr lang="en-US" altLang="ko-KR" sz="1400" dirty="0"/>
            </a:br>
            <a:r>
              <a:rPr lang="ko-KR" altLang="en-US" sz="1400" dirty="0"/>
              <a:t>그런데</a:t>
            </a:r>
            <a:r>
              <a:rPr lang="en-US" altLang="ko-KR" sz="1400" dirty="0"/>
              <a:t>, </a:t>
            </a:r>
            <a:r>
              <a:rPr lang="ko-KR" altLang="en-US" sz="1400" dirty="0"/>
              <a:t>함수 단위에서 위 아래 면을 타원형으로 둘 수 </a:t>
            </a:r>
            <a:r>
              <a:rPr lang="ko-KR" altLang="en-US" sz="1400" dirty="0" err="1"/>
              <a:t>있게하고</a:t>
            </a:r>
            <a:r>
              <a:rPr lang="en-US" altLang="ko-KR" sz="1400" dirty="0"/>
              <a:t>, </a:t>
            </a:r>
            <a:r>
              <a:rPr lang="ko-KR" altLang="en-US" sz="1400" dirty="0"/>
              <a:t>위와 아래 면 크기를 다르게 할 수 있으면 자유도와 완성도를 높일 수 있을 것 같아서 함수를 개선함</a:t>
            </a:r>
            <a:endParaRPr lang="en-US" altLang="ko-KR" sz="1400" dirty="0"/>
          </a:p>
          <a:p>
            <a:r>
              <a:rPr lang="en-US" altLang="ko-KR" sz="1400" dirty="0"/>
              <a:t>void </a:t>
            </a:r>
            <a:r>
              <a:rPr lang="en-US" altLang="ko-KR" sz="1400" dirty="0" err="1"/>
              <a:t>renderTaperedEllipticBulgedCylinder</a:t>
            </a:r>
            <a:r>
              <a:rPr lang="en-US" altLang="ko-KR" sz="1400" dirty="0"/>
              <a:t>(</a:t>
            </a:r>
            <a:br>
              <a:rPr lang="en-US" altLang="ko-KR" sz="1400" dirty="0"/>
            </a:br>
            <a:r>
              <a:rPr lang="en-US" altLang="ko-KR" sz="1400" dirty="0"/>
              <a:t> 	float </a:t>
            </a:r>
            <a:r>
              <a:rPr lang="en-US" altLang="ko-KR" sz="1400" dirty="0" err="1"/>
              <a:t>bottomMajor</a:t>
            </a:r>
            <a:r>
              <a:rPr lang="en-US" altLang="ko-KR" sz="1400" dirty="0"/>
              <a:t>, float </a:t>
            </a:r>
            <a:r>
              <a:rPr lang="en-US" altLang="ko-KR" sz="1400" dirty="0" err="1"/>
              <a:t>bottomMinor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en-US" altLang="ko-KR" sz="1400" dirty="0"/>
              <a:t> 	float </a:t>
            </a:r>
            <a:r>
              <a:rPr lang="en-US" altLang="ko-KR" sz="1400" dirty="0" err="1"/>
              <a:t>topMajor</a:t>
            </a:r>
            <a:r>
              <a:rPr lang="en-US" altLang="ko-KR" sz="1400" dirty="0"/>
              <a:t>, float </a:t>
            </a:r>
            <a:r>
              <a:rPr lang="en-US" altLang="ko-KR" sz="1400" dirty="0" err="1"/>
              <a:t>topMinor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en-US" altLang="ko-KR" sz="1400" dirty="0"/>
              <a:t> 	float height, int slices = 64, int stacks = 32)</a:t>
            </a:r>
          </a:p>
          <a:p>
            <a:r>
              <a:rPr lang="en-US" altLang="ko-KR" sz="1400" dirty="0"/>
              <a:t>Height</a:t>
            </a:r>
            <a:r>
              <a:rPr lang="ko-KR" altLang="en-US" sz="1400" dirty="0"/>
              <a:t>로 길이 조절</a:t>
            </a:r>
            <a:r>
              <a:rPr lang="en-US" altLang="ko-KR" sz="1400" dirty="0"/>
              <a:t>, </a:t>
            </a:r>
            <a:r>
              <a:rPr lang="ko-KR" altLang="en-US" sz="1400" dirty="0"/>
              <a:t>각 </a:t>
            </a:r>
            <a:r>
              <a:rPr lang="en-US" altLang="ko-KR" sz="1400" dirty="0"/>
              <a:t>bottom, top</a:t>
            </a:r>
            <a:r>
              <a:rPr lang="ko-KR" altLang="en-US" sz="1400" dirty="0"/>
              <a:t>의 </a:t>
            </a:r>
            <a:r>
              <a:rPr lang="en-US" altLang="ko-KR" sz="1400" dirty="0"/>
              <a:t>Major</a:t>
            </a:r>
            <a:r>
              <a:rPr lang="ko-KR" altLang="en-US" sz="1400" dirty="0"/>
              <a:t>와 </a:t>
            </a:r>
            <a:r>
              <a:rPr lang="en-US" altLang="ko-KR" sz="1400" dirty="0"/>
              <a:t>Minor </a:t>
            </a:r>
            <a:r>
              <a:rPr lang="ko-KR" altLang="en-US" sz="1400" dirty="0"/>
              <a:t>값은 타원 </a:t>
            </a:r>
            <a:r>
              <a:rPr lang="ko-KR" altLang="en-US" sz="1400" dirty="0" err="1"/>
              <a:t>장축과</a:t>
            </a:r>
            <a:r>
              <a:rPr lang="ko-KR" altLang="en-US" sz="1400" dirty="0"/>
              <a:t> 단축</a:t>
            </a:r>
            <a:endParaRPr lang="en-US" altLang="ko-KR" sz="1400" dirty="0"/>
          </a:p>
          <a:p>
            <a:r>
              <a:rPr lang="en-US" altLang="ko-KR" sz="1400" dirty="0"/>
              <a:t>Z</a:t>
            </a:r>
            <a:r>
              <a:rPr lang="ko-KR" altLang="en-US" sz="1400" dirty="0"/>
              <a:t>축 기준으로 </a:t>
            </a:r>
            <a:r>
              <a:rPr lang="ko-KR" altLang="en-US" sz="1400" dirty="0" err="1"/>
              <a:t>렌더링되며</a:t>
            </a:r>
            <a:r>
              <a:rPr lang="en-US" altLang="ko-KR" sz="1400" dirty="0"/>
              <a:t>, </a:t>
            </a:r>
            <a:r>
              <a:rPr lang="ko-KR" altLang="en-US" sz="1400" dirty="0"/>
              <a:t>가운데의 실린더는 </a:t>
            </a:r>
            <a:r>
              <a:rPr lang="en-US" altLang="ko-KR" sz="1400" dirty="0" err="1"/>
              <a:t>topMajor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bottomMajor</a:t>
            </a:r>
            <a:r>
              <a:rPr lang="ko-KR" altLang="en-US" sz="1400" dirty="0"/>
              <a:t>를 이용해 </a:t>
            </a:r>
            <a:r>
              <a:rPr lang="ko-KR" altLang="en-US" sz="1400" dirty="0" err="1"/>
              <a:t>렌더링됨</a:t>
            </a:r>
            <a:endParaRPr lang="en-US" altLang="ko-KR" sz="1400" dirty="0"/>
          </a:p>
          <a:p>
            <a:endParaRPr lang="en-US" altLang="ko-KR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B86C1-58D8-B749-4A0B-D0AFA78EC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672" y="2718080"/>
            <a:ext cx="3113257" cy="300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480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D6F60-D0A5-CEB3-8B18-BE390BBCE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8D83F9-F55F-CC9D-286B-0B8073F67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 모델링함수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9A8E99-19D2-5247-9C0C-6C180E6E6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dirty="0" err="1"/>
              <a:t>도라에몽의</a:t>
            </a:r>
            <a:r>
              <a:rPr lang="ko-KR" altLang="en-US" sz="1400" dirty="0"/>
              <a:t> 주머니를 렌더링하기 위한 함수</a:t>
            </a:r>
            <a:r>
              <a:rPr lang="en-US" altLang="ko-KR" sz="1400" dirty="0"/>
              <a:t>, </a:t>
            </a:r>
            <a:r>
              <a:rPr lang="ko-KR" altLang="en-US" sz="1400" dirty="0"/>
              <a:t>반구를 직접 정점을 생성해서 </a:t>
            </a:r>
            <a:r>
              <a:rPr lang="ko-KR" altLang="en-US" sz="1400" dirty="0" err="1"/>
              <a:t>만들어내었음</a:t>
            </a:r>
            <a:endParaRPr lang="en-US" altLang="ko-KR" sz="1400" dirty="0"/>
          </a:p>
          <a:p>
            <a:r>
              <a:rPr lang="en-US" altLang="ko-KR" sz="1400" dirty="0"/>
              <a:t>void </a:t>
            </a:r>
            <a:r>
              <a:rPr lang="en-US" altLang="ko-KR" sz="1400" dirty="0" err="1"/>
              <a:t>renderHemisphere</a:t>
            </a:r>
            <a:r>
              <a:rPr lang="en-US" altLang="ko-KR" sz="1400" dirty="0"/>
              <a:t>(float radius, int slices = 32, int stacks = 16)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순서는 다음과 같음</a:t>
            </a:r>
            <a:endParaRPr lang="en-US" altLang="ko-KR" sz="1400" dirty="0"/>
          </a:p>
          <a:p>
            <a:r>
              <a:rPr lang="ko-KR" altLang="en-US" sz="1400" dirty="0"/>
              <a:t>세로 각 분할</a:t>
            </a:r>
            <a:r>
              <a:rPr lang="en-US" altLang="ko-KR" sz="1400" dirty="0"/>
              <a:t>:	stacks </a:t>
            </a:r>
            <a:r>
              <a:rPr lang="ko-KR" altLang="en-US" sz="1400" dirty="0"/>
              <a:t>수만큼 </a:t>
            </a:r>
            <a:r>
              <a:rPr lang="en-US" altLang="ko-KR" sz="1400" dirty="0"/>
              <a:t>θ </a:t>
            </a:r>
            <a:r>
              <a:rPr lang="ko-KR" altLang="en-US" sz="1400" dirty="0"/>
              <a:t>범위를 나눔 → 수평 띠 구성</a:t>
            </a:r>
            <a:br>
              <a:rPr lang="en-US" altLang="ko-KR" sz="1400" dirty="0"/>
            </a:br>
            <a:r>
              <a:rPr lang="ko-KR" altLang="en-US" sz="1400" dirty="0"/>
              <a:t>가로 각 분할</a:t>
            </a:r>
            <a:r>
              <a:rPr lang="en-US" altLang="ko-KR" sz="1400" dirty="0"/>
              <a:t>:	slices </a:t>
            </a:r>
            <a:r>
              <a:rPr lang="ko-KR" altLang="en-US" sz="1400" dirty="0"/>
              <a:t>수만큼 </a:t>
            </a:r>
            <a:r>
              <a:rPr lang="en-US" altLang="ko-KR" sz="1400" dirty="0"/>
              <a:t>φ</a:t>
            </a:r>
            <a:r>
              <a:rPr lang="ko-KR" altLang="en-US" sz="1400" dirty="0"/>
              <a:t>를 나눔 → 각 띠마다 삼각형 스트립 생성</a:t>
            </a:r>
            <a:br>
              <a:rPr lang="en-US" altLang="ko-KR" sz="1400" dirty="0"/>
            </a:br>
            <a:r>
              <a:rPr lang="ko-KR" altLang="en-US" sz="1400" dirty="0"/>
              <a:t>정점 계산</a:t>
            </a:r>
            <a:r>
              <a:rPr lang="en-US" altLang="ko-KR" sz="1400" dirty="0"/>
              <a:t>:	x = cos(φ) * sin(θ)y = sin(φ) * sin(θ)z = cos(θ)</a:t>
            </a:r>
            <a:br>
              <a:rPr lang="en-US" altLang="ko-KR" sz="1400" dirty="0"/>
            </a:br>
            <a:r>
              <a:rPr lang="ko-KR" altLang="en-US" sz="1400" dirty="0"/>
              <a:t>정점 삽입</a:t>
            </a:r>
            <a:r>
              <a:rPr lang="en-US" altLang="ko-KR" sz="1400" dirty="0"/>
              <a:t>:	</a:t>
            </a:r>
            <a:r>
              <a:rPr lang="ko-KR" altLang="en-US" sz="1400" dirty="0"/>
              <a:t>각 띠마다 두 줄의 세로 정점</a:t>
            </a:r>
            <a:r>
              <a:rPr lang="en-US" altLang="ko-KR" sz="1400" dirty="0"/>
              <a:t>(theta1, theta2)</a:t>
            </a:r>
            <a:r>
              <a:rPr lang="ko-KR" altLang="en-US" sz="1400" dirty="0"/>
              <a:t>을 번갈아 가며 넣음 → </a:t>
            </a:r>
            <a:r>
              <a:rPr lang="en-US" altLang="ko-KR" sz="1400" dirty="0"/>
              <a:t>GL_TRIANGLE_STRIP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585C05-EA3D-D24D-1CD7-AE4029BC2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022" y="982273"/>
            <a:ext cx="3343330" cy="274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361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87015-62D6-92A3-8B6B-E01748D31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E0F71D-D851-6793-D407-C1F844BD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모델링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6382D4-B2EE-0CE4-655B-D74106882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모델링 각 부는 </a:t>
            </a:r>
            <a:r>
              <a:rPr lang="en-US" altLang="ko-KR" dirty="0"/>
              <a:t>void </a:t>
            </a:r>
            <a:r>
              <a:rPr lang="en-US" altLang="ko-KR" dirty="0" err="1"/>
              <a:t>renderDoraBody</a:t>
            </a:r>
            <a:r>
              <a:rPr lang="en-US" altLang="ko-KR" dirty="0"/>
              <a:t>()</a:t>
            </a:r>
            <a:r>
              <a:rPr lang="ko-KR" altLang="en-US" dirty="0"/>
              <a:t>처럼 함수 단위로 패킹해서 사용함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400" dirty="0" err="1"/>
              <a:t>SceneNode</a:t>
            </a:r>
            <a:r>
              <a:rPr lang="en-US" altLang="ko-KR" sz="1400" dirty="0"/>
              <a:t>* </a:t>
            </a:r>
            <a:r>
              <a:rPr lang="en-US" altLang="ko-KR" sz="1400" dirty="0" err="1"/>
              <a:t>bodyParts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SceneNode</a:t>
            </a:r>
            <a:r>
              <a:rPr lang="en-US" altLang="ko-KR" sz="1400" dirty="0"/>
              <a:t>();</a:t>
            </a:r>
            <a:br>
              <a:rPr lang="en-US" altLang="ko-KR" sz="1400" dirty="0"/>
            </a:br>
            <a:r>
              <a:rPr lang="en-US" altLang="ko-KR" sz="1400" dirty="0" err="1"/>
              <a:t>bodyParts</a:t>
            </a:r>
            <a:r>
              <a:rPr lang="en-US" altLang="ko-KR" sz="1400" dirty="0"/>
              <a:t>-&gt;</a:t>
            </a:r>
            <a:r>
              <a:rPr lang="en-US" altLang="ko-KR" sz="1400" dirty="0" err="1"/>
              <a:t>setRenderFunction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renderDoraBodyParts</a:t>
            </a:r>
            <a:r>
              <a:rPr lang="en-US" altLang="ko-KR" sz="1400" dirty="0"/>
              <a:t>);</a:t>
            </a:r>
            <a:br>
              <a:rPr lang="en-US" altLang="ko-KR" sz="1400" dirty="0"/>
            </a:br>
            <a:r>
              <a:rPr lang="en-US" altLang="ko-KR" sz="1400" dirty="0" err="1"/>
              <a:t>bodyParts</a:t>
            </a:r>
            <a:r>
              <a:rPr lang="en-US" altLang="ko-KR" sz="1400" dirty="0"/>
              <a:t>-&gt;</a:t>
            </a:r>
            <a:r>
              <a:rPr lang="en-US" altLang="ko-KR" sz="1400" dirty="0" err="1"/>
              <a:t>setTranslation</a:t>
            </a:r>
            <a:r>
              <a:rPr lang="en-US" altLang="ko-KR" sz="1400" dirty="0"/>
              <a:t>(0.0f, -0.08f, 0.695f);</a:t>
            </a:r>
            <a:br>
              <a:rPr lang="en-US" altLang="ko-KR" sz="1400" dirty="0"/>
            </a:br>
            <a:r>
              <a:rPr lang="en-US" altLang="ko-KR" sz="1400" dirty="0"/>
              <a:t>body-&gt;</a:t>
            </a:r>
            <a:r>
              <a:rPr lang="en-US" altLang="ko-KR" sz="1400" dirty="0" err="1"/>
              <a:t>addChild</a:t>
            </a:r>
            <a:r>
              <a:rPr lang="en-US" altLang="ko-KR" sz="1400" dirty="0"/>
              <a:t>(</a:t>
            </a:r>
            <a:r>
              <a:rPr lang="en-US" altLang="ko-KR" sz="1400" dirty="0" err="1"/>
              <a:t>bodyParts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ko-KR" altLang="en-US" sz="1400" dirty="0"/>
              <a:t>코드 흐름은 </a:t>
            </a:r>
            <a:r>
              <a:rPr lang="ko-KR" altLang="en-US" sz="1400" dirty="0" err="1"/>
              <a:t>위와같음</a:t>
            </a:r>
            <a:endParaRPr lang="en-US" altLang="ko-KR" sz="1400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513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546DB-9EBB-5CE1-8A88-3BC55DDD5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EE8CA-0D86-39C7-1936-A5C29D0A8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모델링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B512DE-51D6-6EFF-B267-6B10A1B36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모델링 예시</a:t>
            </a:r>
            <a:endParaRPr lang="en-US" altLang="ko-KR" dirty="0"/>
          </a:p>
          <a:p>
            <a:r>
              <a:rPr lang="ko-KR" altLang="en-US" dirty="0"/>
              <a:t>몸체</a:t>
            </a:r>
            <a:r>
              <a:rPr lang="en-US" altLang="ko-KR" dirty="0"/>
              <a:t>, </a:t>
            </a:r>
            <a:r>
              <a:rPr lang="ko-KR" altLang="en-US" dirty="0"/>
              <a:t>배</a:t>
            </a:r>
            <a:r>
              <a:rPr lang="en-US" altLang="ko-KR" dirty="0"/>
              <a:t>, </a:t>
            </a:r>
            <a:r>
              <a:rPr lang="ko-KR" altLang="en-US" dirty="0"/>
              <a:t>머리</a:t>
            </a:r>
            <a:r>
              <a:rPr lang="en-US" altLang="ko-KR" dirty="0"/>
              <a:t>, </a:t>
            </a:r>
            <a:r>
              <a:rPr lang="ko-KR" altLang="en-US" dirty="0"/>
              <a:t>방울</a:t>
            </a:r>
            <a:r>
              <a:rPr lang="en-US" altLang="ko-KR" dirty="0"/>
              <a:t> </a:t>
            </a:r>
            <a:r>
              <a:rPr lang="ko-KR" altLang="en-US" dirty="0"/>
              <a:t>등은 </a:t>
            </a:r>
            <a:r>
              <a:rPr lang="en-US" altLang="ko-KR" dirty="0" err="1"/>
              <a:t>glutSolidSphere</a:t>
            </a:r>
            <a:r>
              <a:rPr lang="ko-KR" altLang="en-US" dirty="0"/>
              <a:t>로 구현</a:t>
            </a:r>
            <a:endParaRPr lang="en-US" altLang="ko-KR" dirty="0"/>
          </a:p>
          <a:p>
            <a:r>
              <a:rPr lang="ko-KR" altLang="en-US" dirty="0"/>
              <a:t>목줄은 </a:t>
            </a:r>
            <a:r>
              <a:rPr lang="en-US" altLang="ko-KR" dirty="0" err="1"/>
              <a:t>glutSolidTorus</a:t>
            </a:r>
            <a:r>
              <a:rPr lang="ko-KR" altLang="en-US" dirty="0"/>
              <a:t>로 구현</a:t>
            </a:r>
            <a:endParaRPr lang="en-US" altLang="ko-KR" dirty="0"/>
          </a:p>
          <a:p>
            <a:r>
              <a:rPr lang="ko-KR" altLang="en-US" dirty="0"/>
              <a:t>얼굴은 </a:t>
            </a:r>
            <a:r>
              <a:rPr lang="en-US" altLang="ko-KR" dirty="0" err="1"/>
              <a:t>glBindTexture</a:t>
            </a:r>
            <a:r>
              <a:rPr lang="en-US" altLang="ko-KR" dirty="0"/>
              <a:t>(GL_TEXTURE_2D, </a:t>
            </a:r>
            <a:r>
              <a:rPr lang="en-US" altLang="ko-KR" dirty="0" err="1"/>
              <a:t>faceTextureId</a:t>
            </a:r>
            <a:r>
              <a:rPr lang="en-US" altLang="ko-KR" dirty="0"/>
              <a:t>);, </a:t>
            </a:r>
            <a:r>
              <a:rPr lang="it-IT" altLang="ko-KR" dirty="0"/>
              <a:t>gluSphere</a:t>
            </a:r>
            <a:r>
              <a:rPr lang="ko-KR" altLang="en-US" dirty="0"/>
              <a:t>를 이용해 구현</a:t>
            </a:r>
            <a:endParaRPr lang="en-US" altLang="ko-KR" dirty="0"/>
          </a:p>
          <a:p>
            <a:r>
              <a:rPr lang="ko-KR" altLang="en-US" dirty="0"/>
              <a:t>팔과 다리는 위 슬라이드의</a:t>
            </a:r>
            <a:r>
              <a:rPr lang="en-US" altLang="ko-KR" dirty="0"/>
              <a:t> </a:t>
            </a:r>
            <a:r>
              <a:rPr lang="en-US" altLang="ko-KR" dirty="0" err="1"/>
              <a:t>renderTaperedEllipticBulgedCylinder</a:t>
            </a:r>
            <a:r>
              <a:rPr lang="ko-KR" altLang="en-US" dirty="0"/>
              <a:t>로 구현</a:t>
            </a:r>
            <a:endParaRPr lang="en-US" altLang="ko-KR" dirty="0"/>
          </a:p>
          <a:p>
            <a:r>
              <a:rPr lang="ko-KR" altLang="en-US" dirty="0"/>
              <a:t>주머니는 위 슬라이드의</a:t>
            </a:r>
            <a:r>
              <a:rPr lang="en-US" altLang="ko-KR" dirty="0"/>
              <a:t> </a:t>
            </a:r>
            <a:r>
              <a:rPr lang="en-US" altLang="ko-KR" dirty="0" err="1"/>
              <a:t>renderHemisphere</a:t>
            </a:r>
            <a:r>
              <a:rPr lang="ko-KR" altLang="en-US" dirty="0"/>
              <a:t>로 구현</a:t>
            </a:r>
          </a:p>
        </p:txBody>
      </p:sp>
    </p:spTree>
    <p:extLst>
      <p:ext uri="{BB962C8B-B14F-4D97-AF65-F5344CB8AC3E}">
        <p14:creationId xmlns:p14="http://schemas.microsoft.com/office/powerpoint/2010/main" val="1892889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EB125-3DC1-9804-32F7-49AF9AF69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339FB5-3621-D19E-FDCA-F9418A5F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실행화면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B14CB08-0E75-EE24-1201-C3D425DAC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24D0ECB-E460-256E-BCE3-4BD64D5ED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857" y="1658288"/>
            <a:ext cx="8553157" cy="465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512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C24DD-19D2-6332-48ED-61D338C6D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8570B3-5D06-C6A2-94FE-DBF48DA0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실행화면 </a:t>
            </a:r>
            <a:r>
              <a:rPr lang="en-US" altLang="ko-KR" dirty="0"/>
              <a:t>-2 zoom-in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CAF4E55-6D0B-AA1E-5A5F-33E3636A1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E6BD40-577E-F88A-0867-40F24404F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495" y="1520861"/>
            <a:ext cx="8805881" cy="478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618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CB9FE-114F-ECBB-73E0-0AB54DB4B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BDDCE6-702B-37B7-57E7-64F901FB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실행화면 </a:t>
            </a:r>
            <a:r>
              <a:rPr lang="en-US" altLang="ko-KR" dirty="0"/>
              <a:t>-3 zoom-out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C032981-BDFD-54EF-3880-3A5DE90B9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337E117-7591-682B-869C-C98432C75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614" y="1511539"/>
            <a:ext cx="9221643" cy="500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05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7F4DA-D54F-BFAD-906A-41C26A22B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7D762-B70F-4E47-91D5-C7979F8D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실행화면 </a:t>
            </a:r>
            <a:r>
              <a:rPr lang="en-US" altLang="ko-KR" dirty="0"/>
              <a:t>-4 </a:t>
            </a:r>
            <a:r>
              <a:rPr lang="ko-KR" altLang="en-US" dirty="0"/>
              <a:t>자유시점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68CB167-B1A8-98DF-21B9-10FC11DD9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EE4982D-37B3-9127-07FE-C3E0C0E8B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847" y="1095866"/>
            <a:ext cx="3438848" cy="26734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466F07E-820F-51E2-02AB-EE996EAD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307" y="1069651"/>
            <a:ext cx="3354744" cy="26734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DF7F9B5-E038-E1E3-E305-E41D12507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4847" y="3917425"/>
            <a:ext cx="3438848" cy="303781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37322A1-BD09-8802-0F83-17048E7984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3699" y="3917425"/>
            <a:ext cx="3353218" cy="303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54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3F148-ABD0-7D5E-DC4F-5994D7180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496EA0-33F8-CC45-B5A0-1C81459A2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  <a:r>
              <a:rPr lang="en-US" altLang="ko-KR" dirty="0"/>
              <a:t>, </a:t>
            </a:r>
            <a:r>
              <a:rPr lang="ko-KR" altLang="en-US" dirty="0" err="1"/>
              <a:t>느낀점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633D7B-E840-EEA2-58B9-1C3456C3D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지금까지 </a:t>
            </a:r>
            <a:r>
              <a:rPr lang="en-US" altLang="ko-KR" dirty="0"/>
              <a:t>3D</a:t>
            </a:r>
            <a:r>
              <a:rPr lang="ko-KR" altLang="en-US" dirty="0"/>
              <a:t>모델링은 게임 엔진 프로그램을 통해서 간접적으로 접해본 경험밖에 없었는데</a:t>
            </a:r>
            <a:r>
              <a:rPr lang="en-US" altLang="ko-KR" dirty="0"/>
              <a:t>, </a:t>
            </a:r>
            <a:r>
              <a:rPr lang="ko-KR" altLang="en-US" dirty="0"/>
              <a:t>그 뒤에서 각 객체들이 이러한 변환과정을 거쳐서 생성이 되는 거구나 하는 생각에 되게 신기한 경험이었다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텍스처링은 상당히 난해해서</a:t>
            </a:r>
            <a:r>
              <a:rPr lang="en-US" altLang="ko-KR" dirty="0"/>
              <a:t>, </a:t>
            </a:r>
            <a:r>
              <a:rPr lang="ko-KR" altLang="en-US" dirty="0"/>
              <a:t>처음 이해하는 데에도 난항이 있었고</a:t>
            </a:r>
            <a:r>
              <a:rPr lang="en-US" altLang="ko-KR" dirty="0"/>
              <a:t>, </a:t>
            </a:r>
            <a:r>
              <a:rPr lang="ko-KR" altLang="en-US" dirty="0"/>
              <a:t>곡면에 맞는 텍스처를 제작하는 데 꽤 어려움이 컸다</a:t>
            </a:r>
            <a:r>
              <a:rPr lang="en-US" altLang="ko-KR" dirty="0"/>
              <a:t>. </a:t>
            </a:r>
            <a:r>
              <a:rPr lang="ko-KR" altLang="en-US" dirty="0"/>
              <a:t>분명히 더 좋은 방식이 있을 것 같은데</a:t>
            </a:r>
            <a:r>
              <a:rPr lang="en-US" altLang="ko-KR" dirty="0"/>
              <a:t>, </a:t>
            </a:r>
            <a:r>
              <a:rPr lang="ko-KR" altLang="en-US" dirty="0"/>
              <a:t>텍스처링을 깊게 공부하기에는 시간적으로 여유롭지 못했던 점이 아쉽다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굉장히 재미있는 프로젝트였다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그리고 시연 영상의 경우</a:t>
            </a:r>
            <a:r>
              <a:rPr lang="en-US" altLang="ko-KR" dirty="0"/>
              <a:t>, </a:t>
            </a:r>
            <a:r>
              <a:rPr lang="ko-KR" altLang="en-US" dirty="0"/>
              <a:t>녹화 </a:t>
            </a:r>
            <a:r>
              <a:rPr lang="en-US" altLang="ko-KR" dirty="0"/>
              <a:t>fps</a:t>
            </a:r>
            <a:r>
              <a:rPr lang="ko-KR" altLang="en-US" dirty="0"/>
              <a:t>때문에 끊겨 보이지만 실제 실행시에는 </a:t>
            </a:r>
            <a:r>
              <a:rPr lang="ko-KR" altLang="en-US" dirty="0" err="1"/>
              <a:t>정상동작함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124362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114</TotalTime>
  <Words>693</Words>
  <Application>Microsoft Office PowerPoint</Application>
  <PresentationFormat>와이드스크린</PresentationFormat>
  <Paragraphs>57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Arial</vt:lpstr>
      <vt:lpstr>Neue Haas Grotesk Text Pro</vt:lpstr>
      <vt:lpstr>VanillaVTI</vt:lpstr>
      <vt:lpstr>컴퓨터그래픽스 프로젝트 PPT</vt:lpstr>
      <vt:lpstr>목차</vt:lpstr>
      <vt:lpstr>전체 구조</vt:lpstr>
      <vt:lpstr>모델링 구현</vt:lpstr>
      <vt:lpstr>모델링 구현</vt:lpstr>
      <vt:lpstr>추가 모델링함수 구현</vt:lpstr>
      <vt:lpstr>추가 모델링함수 구현</vt:lpstr>
      <vt:lpstr>모델링 구현</vt:lpstr>
      <vt:lpstr>모델링 구현</vt:lpstr>
      <vt:lpstr>실행화면</vt:lpstr>
      <vt:lpstr>실행화면 -2 zoom-in</vt:lpstr>
      <vt:lpstr>실행화면 -3 zoom-out</vt:lpstr>
      <vt:lpstr>실행화면 -4 자유시점</vt:lpstr>
      <vt:lpstr>결론, 느낀점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설정원</dc:creator>
  <cp:lastModifiedBy>정진 이</cp:lastModifiedBy>
  <cp:revision>34</cp:revision>
  <dcterms:created xsi:type="dcterms:W3CDTF">2025-06-14T08:47:02Z</dcterms:created>
  <dcterms:modified xsi:type="dcterms:W3CDTF">2026-03-19T11:36:13Z</dcterms:modified>
</cp:coreProperties>
</file>