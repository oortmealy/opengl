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3" r:id="rId20"/>
    <p:sldId id="276" r:id="rId21"/>
    <p:sldId id="277" r:id="rId2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76E4-A3BE-48A9-A83F-1F99306ABF21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22B3-C49E-49BE-A5FA-E1365FBF4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55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76E4-A3BE-48A9-A83F-1F99306ABF21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22B3-C49E-49BE-A5FA-E1365FBF4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30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76E4-A3BE-48A9-A83F-1F99306ABF21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22B3-C49E-49BE-A5FA-E1365FBF4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436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76E4-A3BE-48A9-A83F-1F99306ABF21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22B3-C49E-49BE-A5FA-E1365FBF4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074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76E4-A3BE-48A9-A83F-1F99306ABF21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22B3-C49E-49BE-A5FA-E1365FBF4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556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76E4-A3BE-48A9-A83F-1F99306ABF21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22B3-C49E-49BE-A5FA-E1365FBF4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222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76E4-A3BE-48A9-A83F-1F99306ABF21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22B3-C49E-49BE-A5FA-E1365FBF4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54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76E4-A3BE-48A9-A83F-1F99306ABF21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22B3-C49E-49BE-A5FA-E1365FBF4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66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76E4-A3BE-48A9-A83F-1F99306ABF21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22B3-C49E-49BE-A5FA-E1365FBF4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769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76E4-A3BE-48A9-A83F-1F99306ABF21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22B3-C49E-49BE-A5FA-E1365FBF4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315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76E4-A3BE-48A9-A83F-1F99306ABF21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22B3-C49E-49BE-A5FA-E1365FBF4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73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676E4-A3BE-48A9-A83F-1F99306ABF21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E22B3-C49E-49BE-A5FA-E1365FBF43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00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3D Virtual Human Modeling &amp; Visualization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166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Vector3 class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GLfloat</a:t>
            </a:r>
            <a:r>
              <a:rPr lang="en-US" altLang="ko-KR" dirty="0"/>
              <a:t> </a:t>
            </a:r>
            <a:r>
              <a:rPr lang="en-US" altLang="ko-KR" dirty="0" err="1"/>
              <a:t>x,y,z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void Add(Vector3 * V)</a:t>
            </a:r>
          </a:p>
          <a:p>
            <a:r>
              <a:rPr lang="en-US" altLang="ko-KR" dirty="0"/>
              <a:t>3</a:t>
            </a:r>
            <a:r>
              <a:rPr lang="ko-KR" altLang="en-US" dirty="0"/>
              <a:t>차원 벡터를 정의한 클래스 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기본적인 벡터간 더하기 기능만을 추가하였습니다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좌표계</a:t>
            </a:r>
            <a:r>
              <a:rPr lang="ko-KR" altLang="en-US" dirty="0"/>
              <a:t> 관리를 위해 사용합니다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0762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MyCamera</a:t>
            </a:r>
            <a:r>
              <a:rPr lang="en-US" altLang="ko-KR" dirty="0"/>
              <a:t> class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/>
              <a:t>Vector3 Position;</a:t>
            </a:r>
          </a:p>
          <a:p>
            <a:r>
              <a:rPr lang="en-US" altLang="ko-KR" dirty="0"/>
              <a:t>Vector3 Forward;</a:t>
            </a:r>
          </a:p>
          <a:p>
            <a:r>
              <a:rPr lang="en-US" altLang="ko-KR" dirty="0" err="1"/>
              <a:t>GLfloat</a:t>
            </a:r>
            <a:r>
              <a:rPr lang="en-US" altLang="ko-KR" dirty="0"/>
              <a:t> </a:t>
            </a:r>
            <a:r>
              <a:rPr lang="en-US" altLang="ko-KR" dirty="0" err="1"/>
              <a:t>RotatedX</a:t>
            </a:r>
            <a:r>
              <a:rPr lang="en-US" altLang="ko-KR" dirty="0"/>
              <a:t>, </a:t>
            </a:r>
            <a:r>
              <a:rPr lang="en-US" altLang="ko-KR" dirty="0" err="1"/>
              <a:t>RotatedY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void </a:t>
            </a:r>
            <a:r>
              <a:rPr lang="en-US" altLang="ko-KR" dirty="0" err="1"/>
              <a:t>UpdateForward</a:t>
            </a:r>
            <a:r>
              <a:rPr lang="en-US" altLang="ko-KR" dirty="0"/>
              <a:t> ( void );</a:t>
            </a:r>
          </a:p>
          <a:p>
            <a:r>
              <a:rPr lang="en-US" altLang="ko-KR" dirty="0"/>
              <a:t>void </a:t>
            </a:r>
            <a:r>
              <a:rPr lang="en-US" altLang="ko-KR" dirty="0" err="1"/>
              <a:t>SetupMatrix</a:t>
            </a:r>
            <a:r>
              <a:rPr lang="en-US" altLang="ko-KR" dirty="0"/>
              <a:t> ( void );</a:t>
            </a:r>
          </a:p>
          <a:p>
            <a:r>
              <a:rPr lang="en-US" altLang="ko-KR" dirty="0"/>
              <a:t>void Move ( Vector3 Direction );</a:t>
            </a:r>
          </a:p>
          <a:p>
            <a:r>
              <a:rPr lang="en-US" altLang="ko-KR" dirty="0"/>
              <a:t>void </a:t>
            </a:r>
            <a:r>
              <a:rPr lang="en-US" altLang="ko-KR" dirty="0" err="1"/>
              <a:t>RotateX</a:t>
            </a:r>
            <a:r>
              <a:rPr lang="en-US" altLang="ko-KR" dirty="0"/>
              <a:t> ( </a:t>
            </a:r>
            <a:r>
              <a:rPr lang="en-US" altLang="ko-KR" dirty="0" err="1"/>
              <a:t>GLfloat</a:t>
            </a:r>
            <a:r>
              <a:rPr lang="en-US" altLang="ko-KR" dirty="0"/>
              <a:t> Angle );	</a:t>
            </a:r>
          </a:p>
          <a:p>
            <a:r>
              <a:rPr lang="en-US" altLang="ko-KR" dirty="0"/>
              <a:t>void </a:t>
            </a:r>
            <a:r>
              <a:rPr lang="en-US" altLang="ko-KR" dirty="0" err="1"/>
              <a:t>RotateY</a:t>
            </a:r>
            <a:r>
              <a:rPr lang="en-US" altLang="ko-KR" dirty="0"/>
              <a:t> ( </a:t>
            </a:r>
            <a:r>
              <a:rPr lang="en-US" altLang="ko-KR" dirty="0" err="1"/>
              <a:t>GLfloat</a:t>
            </a:r>
            <a:r>
              <a:rPr lang="en-US" altLang="ko-KR" dirty="0"/>
              <a:t> Angle );</a:t>
            </a:r>
          </a:p>
          <a:p>
            <a:r>
              <a:rPr lang="en-US" altLang="ko-KR" dirty="0"/>
              <a:t>void </a:t>
            </a:r>
            <a:r>
              <a:rPr lang="en-US" altLang="ko-KR" dirty="0" err="1"/>
              <a:t>MoveForward</a:t>
            </a:r>
            <a:r>
              <a:rPr lang="en-US" altLang="ko-KR" dirty="0"/>
              <a:t> ( </a:t>
            </a:r>
            <a:r>
              <a:rPr lang="en-US" altLang="ko-KR" dirty="0" err="1"/>
              <a:t>GLfloat</a:t>
            </a:r>
            <a:r>
              <a:rPr lang="en-US" altLang="ko-KR" dirty="0"/>
              <a:t> Distance );</a:t>
            </a:r>
          </a:p>
        </p:txBody>
      </p:sp>
    </p:spTree>
    <p:extLst>
      <p:ext uri="{BB962C8B-B14F-4D97-AF65-F5344CB8AC3E}">
        <p14:creationId xmlns:p14="http://schemas.microsoft.com/office/powerpoint/2010/main" val="573742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void </a:t>
            </a:r>
            <a:r>
              <a:rPr lang="en-US" altLang="ko-KR" dirty="0" err="1"/>
              <a:t>UpdateForward</a:t>
            </a:r>
            <a:r>
              <a:rPr lang="en-US" altLang="ko-KR" dirty="0"/>
              <a:t> ( void )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카메라에 저장한 전방벡터를 갱신합니다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전방벡터를 </a:t>
            </a:r>
            <a:r>
              <a:rPr lang="en-US" altLang="ko-KR" dirty="0"/>
              <a:t>y</a:t>
            </a:r>
            <a:r>
              <a:rPr lang="ko-KR" altLang="en-US" dirty="0"/>
              <a:t>축으로 회전시키고 다시 </a:t>
            </a:r>
            <a:r>
              <a:rPr lang="en-US" altLang="ko-KR" dirty="0"/>
              <a:t>x</a:t>
            </a:r>
            <a:r>
              <a:rPr lang="ko-KR" altLang="en-US" dirty="0"/>
              <a:t>축으로 회전시켜서 카메라의 시선과 </a:t>
            </a:r>
            <a:r>
              <a:rPr lang="ko-KR" altLang="en-US" dirty="0" err="1"/>
              <a:t>회전값을</a:t>
            </a:r>
            <a:r>
              <a:rPr lang="ko-KR" altLang="en-US" dirty="0"/>
              <a:t> 일치시킵니다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Z</a:t>
            </a:r>
            <a:r>
              <a:rPr lang="ko-KR" altLang="en-US" dirty="0"/>
              <a:t>축 회전을 하면 카메라 사용에 혼란을 주기 때문에 </a:t>
            </a:r>
            <a:r>
              <a:rPr lang="en-US" altLang="ko-KR" dirty="0"/>
              <a:t>z</a:t>
            </a:r>
            <a:r>
              <a:rPr lang="ko-KR" altLang="en-US" dirty="0"/>
              <a:t>축은 회전에서 제외합니다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8934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void </a:t>
            </a:r>
            <a:r>
              <a:rPr lang="en-US" altLang="ko-KR" dirty="0" err="1"/>
              <a:t>SetupMatrix</a:t>
            </a:r>
            <a:r>
              <a:rPr lang="en-US" altLang="ko-KR" dirty="0"/>
              <a:t> ( void );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카메라 </a:t>
            </a:r>
            <a:r>
              <a:rPr lang="ko-KR" altLang="en-US" dirty="0" err="1"/>
              <a:t>좌표계로의</a:t>
            </a:r>
            <a:r>
              <a:rPr lang="ko-KR" altLang="en-US" dirty="0"/>
              <a:t> 변환 행렬을 설정합니다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현재 카메라 위치의 반대방향으로 좌표를 이동시키고</a:t>
            </a:r>
            <a:endParaRPr lang="en-US" altLang="ko-KR" dirty="0"/>
          </a:p>
          <a:p>
            <a:r>
              <a:rPr lang="en-US" altLang="ko-KR" dirty="0"/>
              <a:t>X</a:t>
            </a:r>
            <a:r>
              <a:rPr lang="ko-KR" altLang="en-US" dirty="0"/>
              <a:t>축 회전 값만큼 회전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Y</a:t>
            </a:r>
            <a:r>
              <a:rPr lang="ko-KR" altLang="en-US" dirty="0"/>
              <a:t>축 회전 값만큼 회전시킵니다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5468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void </a:t>
            </a:r>
            <a:r>
              <a:rPr lang="en-US" altLang="ko-KR" dirty="0" err="1"/>
              <a:t>MyCamera</a:t>
            </a:r>
            <a:r>
              <a:rPr lang="en-US" altLang="ko-KR" dirty="0"/>
              <a:t>::Move (Vector3 Direction)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카메라의 위치를 </a:t>
            </a:r>
            <a:r>
              <a:rPr lang="en-US" altLang="ko-KR" dirty="0"/>
              <a:t>Direction </a:t>
            </a:r>
            <a:r>
              <a:rPr lang="ko-KR" altLang="en-US" dirty="0"/>
              <a:t>벡터만큼 이동시킵니다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1022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544" y="38701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void </a:t>
            </a:r>
            <a:r>
              <a:rPr lang="en-US" altLang="ko-KR" dirty="0" err="1"/>
              <a:t>MyCamera</a:t>
            </a:r>
            <a:r>
              <a:rPr lang="en-US" altLang="ko-KR" dirty="0"/>
              <a:t>::</a:t>
            </a:r>
            <a:r>
              <a:rPr lang="en-US" altLang="ko-KR" dirty="0" err="1"/>
              <a:t>RotateX</a:t>
            </a:r>
            <a:r>
              <a:rPr lang="en-US" altLang="ko-KR" dirty="0"/>
              <a:t> (</a:t>
            </a:r>
            <a:r>
              <a:rPr lang="en-US" altLang="ko-KR" dirty="0" err="1"/>
              <a:t>GLfloat</a:t>
            </a:r>
            <a:r>
              <a:rPr lang="en-US" altLang="ko-KR" dirty="0"/>
              <a:t> Angle)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5085184"/>
            <a:ext cx="8229600" cy="1324744"/>
          </a:xfrm>
        </p:spPr>
        <p:txBody>
          <a:bodyPr/>
          <a:lstStyle/>
          <a:p>
            <a:r>
              <a:rPr lang="ko-KR" altLang="en-US" dirty="0"/>
              <a:t>카메라를 </a:t>
            </a:r>
            <a:r>
              <a:rPr lang="en-US" altLang="ko-KR" dirty="0"/>
              <a:t>Y</a:t>
            </a:r>
            <a:r>
              <a:rPr lang="ko-KR" altLang="en-US" dirty="0"/>
              <a:t>축으로 </a:t>
            </a:r>
            <a:r>
              <a:rPr lang="en-US" altLang="ko-KR" dirty="0"/>
              <a:t>Angle</a:t>
            </a:r>
            <a:r>
              <a:rPr lang="ko-KR" altLang="en-US" dirty="0"/>
              <a:t>만큼 회전시킵니다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609600" y="663277"/>
            <a:ext cx="8229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/>
              <a:t>void </a:t>
            </a:r>
            <a:r>
              <a:rPr lang="en-US" altLang="ko-KR" sz="4000" dirty="0" err="1"/>
              <a:t>MyCamera</a:t>
            </a:r>
            <a:r>
              <a:rPr lang="en-US" altLang="ko-KR" sz="4000" dirty="0"/>
              <a:t>::</a:t>
            </a:r>
            <a:r>
              <a:rPr lang="en-US" altLang="ko-KR" sz="4000" dirty="0" err="1"/>
              <a:t>RotateY</a:t>
            </a:r>
            <a:r>
              <a:rPr lang="en-US" altLang="ko-KR" sz="4000" dirty="0"/>
              <a:t> (</a:t>
            </a:r>
            <a:r>
              <a:rPr lang="en-US" altLang="ko-KR" sz="4000" dirty="0" err="1"/>
              <a:t>GLfloat</a:t>
            </a:r>
            <a:r>
              <a:rPr lang="en-US" altLang="ko-KR" sz="4000" dirty="0"/>
              <a:t> Angle)</a:t>
            </a:r>
            <a:br>
              <a:rPr lang="en-US" altLang="ko-KR" sz="4000" dirty="0"/>
            </a:br>
            <a:endParaRPr lang="ko-KR" altLang="en-US" sz="4000" dirty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09600" y="2176264"/>
            <a:ext cx="8229600" cy="1324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카메라를 </a:t>
            </a:r>
            <a:r>
              <a:rPr lang="en-US" altLang="ko-KR" dirty="0"/>
              <a:t>Y</a:t>
            </a:r>
            <a:r>
              <a:rPr lang="ko-KR" altLang="en-US" dirty="0"/>
              <a:t>축으로 </a:t>
            </a:r>
            <a:r>
              <a:rPr lang="en-US" altLang="ko-KR" dirty="0"/>
              <a:t>Angle</a:t>
            </a:r>
            <a:r>
              <a:rPr lang="ko-KR" altLang="en-US" dirty="0"/>
              <a:t>만큼 회전시킵니다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707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5780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void </a:t>
            </a:r>
            <a:r>
              <a:rPr lang="en-US" altLang="ko-KR" dirty="0" err="1"/>
              <a:t>MyCamera</a:t>
            </a:r>
            <a:r>
              <a:rPr lang="en-US" altLang="ko-KR" dirty="0"/>
              <a:t>::</a:t>
            </a:r>
            <a:r>
              <a:rPr lang="en-US" altLang="ko-KR" dirty="0" err="1"/>
              <a:t>MoveForward</a:t>
            </a:r>
            <a:r>
              <a:rPr lang="en-US" altLang="ko-KR" dirty="0"/>
              <a:t>( </a:t>
            </a:r>
            <a:r>
              <a:rPr lang="en-US" altLang="ko-KR" dirty="0" err="1"/>
              <a:t>GLfloat</a:t>
            </a:r>
            <a:r>
              <a:rPr lang="en-US" altLang="ko-KR" dirty="0"/>
              <a:t> Distance )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999381"/>
            <a:ext cx="8229600" cy="4525963"/>
          </a:xfrm>
        </p:spPr>
        <p:txBody>
          <a:bodyPr/>
          <a:lstStyle/>
          <a:p>
            <a:r>
              <a:rPr lang="ko-KR" altLang="en-US" dirty="0"/>
              <a:t>카메라의 </a:t>
            </a:r>
            <a:r>
              <a:rPr lang="en-US" altLang="ko-KR" dirty="0"/>
              <a:t>forward </a:t>
            </a:r>
            <a:r>
              <a:rPr lang="ko-KR" altLang="en-US" dirty="0"/>
              <a:t>벡터 방향을 정규화하고 거기에 </a:t>
            </a:r>
            <a:r>
              <a:rPr lang="en-US" altLang="ko-KR" dirty="0"/>
              <a:t>Distance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곱하여 이동할 거리를 구합니다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카메라의 위치를 이동거리만큼 전방벡터 방향으로 이동시킵니다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171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Utility </a:t>
            </a:r>
            <a:r>
              <a:rPr lang="ko-KR" altLang="en-US" dirty="0"/>
              <a:t>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 err="1"/>
              <a:t>GLvoid</a:t>
            </a:r>
            <a:r>
              <a:rPr lang="en-US" altLang="ko-KR" sz="2000" dirty="0"/>
              <a:t> </a:t>
            </a:r>
            <a:r>
              <a:rPr lang="en-US" altLang="ko-KR" sz="2000" dirty="0" err="1"/>
              <a:t>DrawNet</a:t>
            </a:r>
            <a:r>
              <a:rPr lang="en-US" altLang="ko-KR" sz="2000" dirty="0"/>
              <a:t>(</a:t>
            </a:r>
            <a:r>
              <a:rPr lang="en-US" altLang="ko-KR" sz="2000" dirty="0" err="1"/>
              <a:t>GLfloat</a:t>
            </a:r>
            <a:r>
              <a:rPr lang="en-US" altLang="ko-KR" sz="2000" dirty="0"/>
              <a:t> size, </a:t>
            </a:r>
            <a:r>
              <a:rPr lang="en-US" altLang="ko-KR" sz="2000" dirty="0" err="1"/>
              <a:t>GLint</a:t>
            </a:r>
            <a:r>
              <a:rPr lang="en-US" altLang="ko-KR" sz="2000" dirty="0"/>
              <a:t> </a:t>
            </a:r>
            <a:r>
              <a:rPr lang="en-US" altLang="ko-KR" sz="2000" dirty="0" err="1"/>
              <a:t>LinesX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GLint</a:t>
            </a:r>
            <a:r>
              <a:rPr lang="en-US" altLang="ko-KR" sz="2000" dirty="0"/>
              <a:t> </a:t>
            </a:r>
            <a:r>
              <a:rPr lang="en-US" altLang="ko-KR" sz="2000" dirty="0" err="1"/>
              <a:t>LinesZ</a:t>
            </a:r>
            <a:r>
              <a:rPr lang="en-US" altLang="ko-KR" sz="2000" dirty="0"/>
              <a:t>);</a:t>
            </a:r>
          </a:p>
          <a:p>
            <a:r>
              <a:rPr lang="en-US" altLang="ko-KR" sz="2000" dirty="0" err="1"/>
              <a:t>GLvoid</a:t>
            </a:r>
            <a:r>
              <a:rPr lang="en-US" altLang="ko-KR" sz="2000" dirty="0"/>
              <a:t> </a:t>
            </a:r>
            <a:r>
              <a:rPr lang="en-US" altLang="ko-KR" sz="2000" dirty="0" err="1"/>
              <a:t>DrawGuide</a:t>
            </a:r>
            <a:r>
              <a:rPr lang="en-US" altLang="ko-KR" sz="2000" dirty="0"/>
              <a:t>();</a:t>
            </a:r>
          </a:p>
          <a:p>
            <a:r>
              <a:rPr lang="en-US" altLang="ko-KR" sz="2000" dirty="0" err="1"/>
              <a:t>GLvoid</a:t>
            </a:r>
            <a:r>
              <a:rPr lang="en-US" altLang="ko-KR" sz="2000" dirty="0"/>
              <a:t> </a:t>
            </a:r>
            <a:r>
              <a:rPr lang="en-US" altLang="ko-KR" sz="2000" dirty="0" err="1"/>
              <a:t>mySphere</a:t>
            </a:r>
            <a:r>
              <a:rPr lang="en-US" altLang="ko-KR" sz="2000" dirty="0"/>
              <a:t>(double </a:t>
            </a:r>
            <a:r>
              <a:rPr lang="en-US" altLang="ko-KR" sz="2000" dirty="0" err="1"/>
              <a:t>rx</a:t>
            </a:r>
            <a:r>
              <a:rPr lang="en-US" altLang="ko-KR" sz="2000" dirty="0"/>
              <a:t>, double </a:t>
            </a:r>
            <a:r>
              <a:rPr lang="en-US" altLang="ko-KR" sz="2000" dirty="0" err="1"/>
              <a:t>ry</a:t>
            </a:r>
            <a:r>
              <a:rPr lang="en-US" altLang="ko-KR" sz="2000" dirty="0"/>
              <a:t>, double </a:t>
            </a:r>
            <a:r>
              <a:rPr lang="en-US" altLang="ko-KR" sz="2000" dirty="0" err="1"/>
              <a:t>rz</a:t>
            </a:r>
            <a:r>
              <a:rPr lang="en-US" altLang="ko-KR" sz="2000" dirty="0"/>
              <a:t>) ;</a:t>
            </a:r>
          </a:p>
          <a:p>
            <a:r>
              <a:rPr lang="fr-FR" altLang="ko-KR" sz="2000" dirty="0"/>
              <a:t>GLvoid myCapsule(double rx, double ry, double rz, double ty) ;</a:t>
            </a:r>
          </a:p>
          <a:p>
            <a:r>
              <a:rPr lang="fr-FR" altLang="ko-KR" sz="2000" dirty="0"/>
              <a:t>GLvoid myDrawCube (double dx, double dy, double dz) ;</a:t>
            </a:r>
          </a:p>
          <a:p>
            <a:r>
              <a:rPr lang="en-US" altLang="ko-KR" sz="2000" dirty="0" err="1"/>
              <a:t>GLuint</a:t>
            </a:r>
            <a:r>
              <a:rPr lang="en-US" altLang="ko-KR" sz="2000" dirty="0"/>
              <a:t>* </a:t>
            </a:r>
            <a:r>
              <a:rPr lang="en-US" altLang="ko-KR" sz="2000" dirty="0" err="1"/>
              <a:t>GetTexturePool</a:t>
            </a:r>
            <a:r>
              <a:rPr lang="en-US" altLang="ko-KR" sz="2000" dirty="0"/>
              <a:t>();</a:t>
            </a:r>
          </a:p>
          <a:p>
            <a:r>
              <a:rPr lang="en-US" altLang="ko-KR" sz="2000" dirty="0" err="1"/>
              <a:t>GLvoid</a:t>
            </a:r>
            <a:r>
              <a:rPr lang="en-US" altLang="ko-KR" sz="2000" dirty="0"/>
              <a:t> </a:t>
            </a:r>
            <a:r>
              <a:rPr lang="en-US" altLang="ko-KR" sz="2000" dirty="0" err="1"/>
              <a:t>DrawMan</a:t>
            </a:r>
            <a:r>
              <a:rPr lang="en-US" altLang="ko-KR" sz="2000" dirty="0"/>
              <a:t>();</a:t>
            </a:r>
            <a:endParaRPr lang="fr-FR" altLang="ko-KR" sz="2000" dirty="0"/>
          </a:p>
          <a:p>
            <a:r>
              <a:rPr lang="ko-KR" altLang="en-US" dirty="0"/>
              <a:t>각종 오브젝트를 그리기 위한 유틸리티 함수입니다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7063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GLvoid</a:t>
            </a:r>
            <a:r>
              <a:rPr lang="en-US" altLang="ko-KR" dirty="0"/>
              <a:t> </a:t>
            </a:r>
            <a:r>
              <a:rPr lang="en-US" altLang="ko-KR" dirty="0" err="1"/>
              <a:t>DrawGuide</a:t>
            </a:r>
            <a:r>
              <a:rPr lang="en-US" altLang="ko-KR" dirty="0"/>
              <a:t>();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525963"/>
          </a:xfrm>
        </p:spPr>
        <p:txBody>
          <a:bodyPr/>
          <a:lstStyle/>
          <a:p>
            <a:r>
              <a:rPr lang="ko-KR" altLang="en-US" dirty="0" err="1"/>
              <a:t>좌표계의</a:t>
            </a:r>
            <a:r>
              <a:rPr lang="ko-KR" altLang="en-US" dirty="0"/>
              <a:t> </a:t>
            </a:r>
            <a:r>
              <a:rPr lang="en-US" altLang="ko-KR" dirty="0"/>
              <a:t>X,Y,Z </a:t>
            </a:r>
            <a:r>
              <a:rPr lang="ko-KR" altLang="en-US" dirty="0"/>
              <a:t>축을 시각적으로 나타냅니다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844824"/>
            <a:ext cx="4750296" cy="3714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1100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GLvoid</a:t>
            </a:r>
            <a:r>
              <a:rPr lang="en-US" altLang="ko-KR" dirty="0"/>
              <a:t> </a:t>
            </a:r>
            <a:r>
              <a:rPr lang="en-US" altLang="ko-KR" dirty="0" err="1"/>
              <a:t>DrawGuide</a:t>
            </a:r>
            <a:r>
              <a:rPr lang="en-US" altLang="ko-KR" dirty="0"/>
              <a:t>();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525963"/>
          </a:xfrm>
        </p:spPr>
        <p:txBody>
          <a:bodyPr/>
          <a:lstStyle/>
          <a:p>
            <a:r>
              <a:rPr lang="ko-KR" altLang="en-US" dirty="0"/>
              <a:t>오브젝트를 그리기 전에 대략적인 규모와 위치를 판단할 수 있도록 바닥을 기준으로 </a:t>
            </a:r>
            <a:r>
              <a:rPr lang="ko-KR" altLang="en-US" dirty="0" err="1"/>
              <a:t>그물선을</a:t>
            </a:r>
            <a:r>
              <a:rPr lang="ko-KR" altLang="en-US" dirty="0"/>
              <a:t> 그립니다</a:t>
            </a:r>
            <a:r>
              <a:rPr lang="en-US" altLang="ko-KR" dirty="0"/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916832"/>
            <a:ext cx="4530886" cy="3542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1794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GLvoid</a:t>
            </a:r>
            <a:r>
              <a:rPr lang="en-US" altLang="ko-KR" dirty="0"/>
              <a:t> </a:t>
            </a:r>
            <a:r>
              <a:rPr lang="en-US" altLang="ko-KR" dirty="0" err="1"/>
              <a:t>mySphere</a:t>
            </a:r>
            <a:r>
              <a:rPr lang="en-US" altLang="ko-KR" dirty="0"/>
              <a:t>(double </a:t>
            </a:r>
            <a:r>
              <a:rPr lang="en-US" altLang="ko-KR" dirty="0" err="1"/>
              <a:t>rx</a:t>
            </a:r>
            <a:r>
              <a:rPr lang="en-US" altLang="ko-KR" dirty="0"/>
              <a:t>, double </a:t>
            </a:r>
            <a:r>
              <a:rPr lang="en-US" altLang="ko-KR" dirty="0" err="1"/>
              <a:t>ry</a:t>
            </a:r>
            <a:r>
              <a:rPr lang="en-US" altLang="ko-KR" dirty="0"/>
              <a:t>, double </a:t>
            </a:r>
            <a:r>
              <a:rPr lang="en-US" altLang="ko-KR" dirty="0" err="1"/>
              <a:t>rz</a:t>
            </a:r>
            <a:r>
              <a:rPr lang="en-US" altLang="ko-KR" dirty="0"/>
              <a:t>) ;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525963"/>
          </a:xfrm>
        </p:spPr>
        <p:txBody>
          <a:bodyPr/>
          <a:lstStyle/>
          <a:p>
            <a:r>
              <a:rPr lang="ko-KR" altLang="en-US" dirty="0"/>
              <a:t>원점에 </a:t>
            </a:r>
            <a:r>
              <a:rPr lang="en-US" altLang="ko-KR" dirty="0"/>
              <a:t>X</a:t>
            </a:r>
            <a:r>
              <a:rPr lang="ko-KR" altLang="en-US" dirty="0"/>
              <a:t>축으로 </a:t>
            </a:r>
            <a:r>
              <a:rPr lang="en-US" altLang="ko-KR" dirty="0" err="1"/>
              <a:t>rx</a:t>
            </a:r>
            <a:r>
              <a:rPr lang="en-US" altLang="ko-KR" dirty="0"/>
              <a:t>, Y</a:t>
            </a:r>
            <a:r>
              <a:rPr lang="ko-KR" altLang="en-US" dirty="0"/>
              <a:t>축으로 </a:t>
            </a:r>
            <a:r>
              <a:rPr lang="en-US" altLang="ko-KR" dirty="0" err="1"/>
              <a:t>ry</a:t>
            </a:r>
            <a:r>
              <a:rPr lang="en-US" altLang="ko-KR" dirty="0"/>
              <a:t>, Z</a:t>
            </a:r>
            <a:r>
              <a:rPr lang="ko-KR" altLang="en-US" dirty="0"/>
              <a:t>축으로 </a:t>
            </a:r>
            <a:r>
              <a:rPr lang="en-US" altLang="ko-KR" dirty="0" err="1"/>
              <a:t>rz</a:t>
            </a:r>
            <a:r>
              <a:rPr lang="en-US" altLang="ko-KR" dirty="0"/>
              <a:t> </a:t>
            </a:r>
            <a:r>
              <a:rPr lang="ko-KR" altLang="en-US" dirty="0"/>
              <a:t>의 크기를 가진 구를 그립니다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rx</a:t>
            </a:r>
            <a:r>
              <a:rPr lang="en-US" altLang="ko-KR" dirty="0"/>
              <a:t>, </a:t>
            </a:r>
            <a:r>
              <a:rPr lang="en-US" altLang="ko-KR" dirty="0" err="1"/>
              <a:t>ry</a:t>
            </a:r>
            <a:r>
              <a:rPr lang="en-US" altLang="ko-KR" dirty="0"/>
              <a:t>, </a:t>
            </a:r>
            <a:r>
              <a:rPr lang="en-US" altLang="ko-KR" dirty="0" err="1"/>
              <a:t>rz</a:t>
            </a:r>
            <a:r>
              <a:rPr lang="ko-KR" altLang="en-US" dirty="0"/>
              <a:t>의 크기로 구의 형태를 조절 가능합니다</a:t>
            </a:r>
            <a:r>
              <a:rPr lang="en-US" altLang="ko-KR" dirty="0"/>
              <a:t>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412776"/>
            <a:ext cx="4254591" cy="3326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1" y="3503495"/>
            <a:ext cx="4254592" cy="3326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8908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altLang="ko-KR" dirty="0"/>
              <a:t>GLvoid myCapsule(double rx, double ry, double rz, double ty) ;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525963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원점에 </a:t>
            </a:r>
            <a:r>
              <a:rPr lang="en-US" altLang="ko-KR" dirty="0"/>
              <a:t>X</a:t>
            </a:r>
            <a:r>
              <a:rPr lang="ko-KR" altLang="en-US" dirty="0"/>
              <a:t>축으로 </a:t>
            </a:r>
            <a:r>
              <a:rPr lang="en-US" altLang="ko-KR" dirty="0" err="1"/>
              <a:t>rx</a:t>
            </a:r>
            <a:r>
              <a:rPr lang="en-US" altLang="ko-KR" dirty="0"/>
              <a:t>, Y</a:t>
            </a:r>
            <a:r>
              <a:rPr lang="ko-KR" altLang="en-US" dirty="0"/>
              <a:t>축으로 </a:t>
            </a:r>
            <a:r>
              <a:rPr lang="en-US" altLang="ko-KR" dirty="0" err="1"/>
              <a:t>ry</a:t>
            </a:r>
            <a:r>
              <a:rPr lang="en-US" altLang="ko-KR" dirty="0"/>
              <a:t>, Z</a:t>
            </a:r>
            <a:r>
              <a:rPr lang="ko-KR" altLang="en-US" dirty="0"/>
              <a:t>축으로 </a:t>
            </a:r>
            <a:r>
              <a:rPr lang="en-US" altLang="ko-KR" dirty="0" err="1"/>
              <a:t>rz</a:t>
            </a:r>
            <a:r>
              <a:rPr lang="en-US" altLang="ko-KR" dirty="0"/>
              <a:t> </a:t>
            </a:r>
            <a:r>
              <a:rPr lang="ko-KR" altLang="en-US" dirty="0"/>
              <a:t>의 크기를 가지고 </a:t>
            </a:r>
            <a:r>
              <a:rPr lang="en-US" altLang="ko-KR" dirty="0"/>
              <a:t>y</a:t>
            </a:r>
            <a:r>
              <a:rPr lang="ko-KR" altLang="en-US" dirty="0"/>
              <a:t>축으로 </a:t>
            </a:r>
            <a:r>
              <a:rPr lang="en-US" altLang="ko-KR" dirty="0" err="1"/>
              <a:t>ty</a:t>
            </a:r>
            <a:r>
              <a:rPr lang="ko-KR" altLang="en-US" dirty="0"/>
              <a:t>만큼의 원기둥을 가진 캡슐을 그립니다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 err="1"/>
              <a:t>rx</a:t>
            </a:r>
            <a:r>
              <a:rPr lang="en-US" altLang="ko-KR" dirty="0"/>
              <a:t>, </a:t>
            </a:r>
            <a:r>
              <a:rPr lang="en-US" altLang="ko-KR" dirty="0" err="1"/>
              <a:t>ry</a:t>
            </a:r>
            <a:r>
              <a:rPr lang="en-US" altLang="ko-KR" dirty="0"/>
              <a:t>, </a:t>
            </a:r>
            <a:r>
              <a:rPr lang="en-US" altLang="ko-KR" dirty="0" err="1"/>
              <a:t>rz</a:t>
            </a:r>
            <a:r>
              <a:rPr lang="en-US" altLang="ko-KR" dirty="0"/>
              <a:t>, </a:t>
            </a:r>
            <a:r>
              <a:rPr lang="en-US" altLang="ko-KR" dirty="0" err="1"/>
              <a:t>ty</a:t>
            </a:r>
            <a:r>
              <a:rPr lang="ko-KR" altLang="en-US" dirty="0"/>
              <a:t>의 크기로 캡슐의 형태를 조절 가능합니다</a:t>
            </a:r>
            <a:r>
              <a:rPr lang="en-US" altLang="ko-KR" dirty="0"/>
              <a:t>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988840"/>
            <a:ext cx="4622984" cy="3614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3096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altLang="ko-KR" dirty="0"/>
              <a:t>GLvoid myDrawCube (double dx, double dy, double dz) ;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525963"/>
          </a:xfrm>
        </p:spPr>
        <p:txBody>
          <a:bodyPr>
            <a:normAutofit/>
          </a:bodyPr>
          <a:lstStyle/>
          <a:p>
            <a:r>
              <a:rPr lang="ko-KR" altLang="en-US" dirty="0"/>
              <a:t>원점에 </a:t>
            </a:r>
            <a:r>
              <a:rPr lang="en-US" altLang="ko-KR" dirty="0"/>
              <a:t>X</a:t>
            </a:r>
            <a:r>
              <a:rPr lang="ko-KR" altLang="en-US" dirty="0"/>
              <a:t>축으로 </a:t>
            </a:r>
            <a:r>
              <a:rPr lang="en-US" altLang="ko-KR" dirty="0" err="1"/>
              <a:t>rx</a:t>
            </a:r>
            <a:r>
              <a:rPr lang="en-US" altLang="ko-KR" dirty="0"/>
              <a:t>, Y</a:t>
            </a:r>
            <a:r>
              <a:rPr lang="ko-KR" altLang="en-US" dirty="0"/>
              <a:t>축으로 </a:t>
            </a:r>
            <a:r>
              <a:rPr lang="en-US" altLang="ko-KR" dirty="0" err="1"/>
              <a:t>ry</a:t>
            </a:r>
            <a:r>
              <a:rPr lang="en-US" altLang="ko-KR" dirty="0"/>
              <a:t>, Z</a:t>
            </a:r>
            <a:r>
              <a:rPr lang="ko-KR" altLang="en-US" dirty="0"/>
              <a:t>축으로 </a:t>
            </a:r>
            <a:r>
              <a:rPr lang="en-US" altLang="ko-KR" dirty="0" err="1"/>
              <a:t>rz</a:t>
            </a:r>
            <a:r>
              <a:rPr lang="en-US" altLang="ko-KR" dirty="0"/>
              <a:t> </a:t>
            </a:r>
            <a:r>
              <a:rPr lang="ko-KR" altLang="en-US" dirty="0"/>
              <a:t>의 크기를 가진 육면체를 그립니다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 err="1"/>
              <a:t>rx</a:t>
            </a:r>
            <a:r>
              <a:rPr lang="en-US" altLang="ko-KR" dirty="0"/>
              <a:t>, </a:t>
            </a:r>
            <a:r>
              <a:rPr lang="en-US" altLang="ko-KR" dirty="0" err="1"/>
              <a:t>ry</a:t>
            </a:r>
            <a:r>
              <a:rPr lang="en-US" altLang="ko-KR" dirty="0"/>
              <a:t>, </a:t>
            </a:r>
            <a:r>
              <a:rPr lang="en-US" altLang="ko-KR" dirty="0" err="1"/>
              <a:t>rz</a:t>
            </a:r>
            <a:r>
              <a:rPr lang="ko-KR" altLang="en-US" dirty="0"/>
              <a:t>의 크기로 육면체의 형태를 조절 가능합니다</a:t>
            </a:r>
            <a:r>
              <a:rPr lang="en-US" altLang="ko-KR" dirty="0"/>
              <a:t>.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628800"/>
            <a:ext cx="4791600" cy="5036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6192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GLvoid</a:t>
            </a:r>
            <a:r>
              <a:rPr lang="en-US" altLang="ko-KR" dirty="0"/>
              <a:t> </a:t>
            </a:r>
            <a:r>
              <a:rPr lang="en-US" altLang="ko-KR" dirty="0" err="1"/>
              <a:t>DrawMan</a:t>
            </a:r>
            <a:r>
              <a:rPr lang="en-US" altLang="ko-KR" dirty="0"/>
              <a:t>();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525963"/>
          </a:xfrm>
        </p:spPr>
        <p:txBody>
          <a:bodyPr>
            <a:normAutofit/>
          </a:bodyPr>
          <a:lstStyle/>
          <a:p>
            <a:r>
              <a:rPr lang="ko-KR" altLang="en-US" dirty="0"/>
              <a:t>원점에 사람을 그려줍니다</a:t>
            </a:r>
            <a:r>
              <a:rPr lang="en-US" altLang="ko-KR" dirty="0"/>
              <a:t>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268760"/>
            <a:ext cx="4680520" cy="54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341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GLuint</a:t>
            </a:r>
            <a:r>
              <a:rPr lang="en-US" altLang="ko-KR" dirty="0"/>
              <a:t>* </a:t>
            </a:r>
            <a:r>
              <a:rPr lang="en-US" altLang="ko-KR" dirty="0" err="1"/>
              <a:t>GetTexturePool</a:t>
            </a:r>
            <a:r>
              <a:rPr lang="en-US" altLang="ko-KR" dirty="0"/>
              <a:t>();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배열에 접근 가능한 포인터를 돌려줍니다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0466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 </a:t>
            </a:r>
            <a:r>
              <a:rPr lang="ko-KR" altLang="en-US" dirty="0"/>
              <a:t>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altLang="ko-KR" sz="2400" dirty="0" err="1"/>
              <a:t>void</a:t>
            </a:r>
            <a:r>
              <a:rPr lang="fr-FR" altLang="ko-KR" sz="2400" dirty="0"/>
              <a:t> </a:t>
            </a:r>
            <a:r>
              <a:rPr lang="fr-FR" altLang="ko-KR" sz="2400" dirty="0" err="1"/>
              <a:t>reshape</a:t>
            </a:r>
            <a:r>
              <a:rPr lang="fr-FR" altLang="ko-KR" sz="2400" dirty="0"/>
              <a:t>(</a:t>
            </a:r>
            <a:r>
              <a:rPr lang="fr-FR" altLang="ko-KR" sz="2400" dirty="0" err="1"/>
              <a:t>int</a:t>
            </a:r>
            <a:r>
              <a:rPr lang="fr-FR" altLang="ko-KR" sz="2400" dirty="0"/>
              <a:t> x, </a:t>
            </a:r>
            <a:r>
              <a:rPr lang="fr-FR" altLang="ko-KR" sz="2400" dirty="0" err="1"/>
              <a:t>int</a:t>
            </a:r>
            <a:r>
              <a:rPr lang="fr-FR" altLang="ko-KR" sz="2400" dirty="0"/>
              <a:t> y);</a:t>
            </a:r>
          </a:p>
          <a:p>
            <a:r>
              <a:rPr lang="en-US" altLang="ko-KR" sz="2400" dirty="0"/>
              <a:t>void Display(void);</a:t>
            </a:r>
          </a:p>
          <a:p>
            <a:r>
              <a:rPr lang="en-US" altLang="ko-KR" sz="2400" dirty="0"/>
              <a:t>void </a:t>
            </a:r>
            <a:r>
              <a:rPr lang="en-US" altLang="ko-KR" sz="2400" dirty="0" err="1"/>
              <a:t>MouseDrag</a:t>
            </a:r>
            <a:r>
              <a:rPr lang="en-US" altLang="ko-KR" sz="2400" dirty="0"/>
              <a:t>(</a:t>
            </a:r>
            <a:r>
              <a:rPr lang="en-US" altLang="ko-KR" sz="2400" dirty="0" err="1"/>
              <a:t>int</a:t>
            </a:r>
            <a:r>
              <a:rPr lang="en-US" altLang="ko-KR" sz="2400" dirty="0"/>
              <a:t> x, </a:t>
            </a:r>
            <a:r>
              <a:rPr lang="en-US" altLang="ko-KR" sz="2400" dirty="0" err="1"/>
              <a:t>int</a:t>
            </a:r>
            <a:r>
              <a:rPr lang="en-US" altLang="ko-KR" sz="2400" dirty="0"/>
              <a:t> y);</a:t>
            </a:r>
          </a:p>
          <a:p>
            <a:r>
              <a:rPr lang="en-US" altLang="ko-KR" sz="2400" dirty="0"/>
              <a:t>void </a:t>
            </a:r>
            <a:r>
              <a:rPr lang="en-US" altLang="ko-KR" sz="2400" dirty="0" err="1"/>
              <a:t>MouseMove</a:t>
            </a:r>
            <a:r>
              <a:rPr lang="en-US" altLang="ko-KR" sz="2400" dirty="0"/>
              <a:t>(</a:t>
            </a:r>
            <a:r>
              <a:rPr lang="en-US" altLang="ko-KR" sz="2400" dirty="0" err="1"/>
              <a:t>int</a:t>
            </a:r>
            <a:r>
              <a:rPr lang="en-US" altLang="ko-KR" sz="2400" dirty="0"/>
              <a:t> button, </a:t>
            </a:r>
            <a:r>
              <a:rPr lang="en-US" altLang="ko-KR" sz="2400" dirty="0" err="1"/>
              <a:t>int</a:t>
            </a:r>
            <a:r>
              <a:rPr lang="en-US" altLang="ko-KR" sz="2400" dirty="0"/>
              <a:t> state, </a:t>
            </a:r>
            <a:r>
              <a:rPr lang="en-US" altLang="ko-KR" sz="2400" dirty="0" err="1"/>
              <a:t>int</a:t>
            </a:r>
            <a:r>
              <a:rPr lang="en-US" altLang="ko-KR" sz="2400" dirty="0"/>
              <a:t> x, </a:t>
            </a:r>
            <a:r>
              <a:rPr lang="en-US" altLang="ko-KR" sz="2400" dirty="0" err="1"/>
              <a:t>int</a:t>
            </a:r>
            <a:r>
              <a:rPr lang="en-US" altLang="ko-KR" sz="2400" dirty="0"/>
              <a:t> y);</a:t>
            </a:r>
          </a:p>
          <a:p>
            <a:r>
              <a:rPr lang="en-US" altLang="ko-KR" sz="2400" dirty="0"/>
              <a:t>void </a:t>
            </a:r>
            <a:r>
              <a:rPr lang="en-US" altLang="ko-KR" sz="2400" dirty="0" err="1"/>
              <a:t>KeyDown</a:t>
            </a:r>
            <a:r>
              <a:rPr lang="en-US" altLang="ko-KR" sz="2400" dirty="0"/>
              <a:t>(unsigned char key, </a:t>
            </a:r>
            <a:r>
              <a:rPr lang="en-US" altLang="ko-KR" sz="2400" dirty="0" err="1"/>
              <a:t>int</a:t>
            </a:r>
            <a:r>
              <a:rPr lang="en-US" altLang="ko-KR" sz="2400" dirty="0"/>
              <a:t> x, </a:t>
            </a:r>
            <a:r>
              <a:rPr lang="en-US" altLang="ko-KR" sz="2400" dirty="0" err="1"/>
              <a:t>int</a:t>
            </a:r>
            <a:r>
              <a:rPr lang="en-US" altLang="ko-KR" sz="2400" dirty="0"/>
              <a:t> y);</a:t>
            </a:r>
          </a:p>
          <a:p>
            <a:r>
              <a:rPr lang="en-US" altLang="ko-KR" sz="2400" dirty="0"/>
              <a:t>void </a:t>
            </a:r>
            <a:r>
              <a:rPr lang="en-US" altLang="ko-KR" sz="2400" dirty="0" err="1"/>
              <a:t>Init</a:t>
            </a:r>
            <a:r>
              <a:rPr lang="en-US" altLang="ko-KR" sz="24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880616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altLang="ko-KR" dirty="0" err="1"/>
              <a:t>void</a:t>
            </a:r>
            <a:r>
              <a:rPr lang="fr-FR" altLang="ko-KR" dirty="0"/>
              <a:t> </a:t>
            </a:r>
            <a:r>
              <a:rPr lang="fr-FR" altLang="ko-KR" dirty="0" err="1"/>
              <a:t>reshape</a:t>
            </a:r>
            <a:r>
              <a:rPr lang="fr-FR" altLang="ko-KR" dirty="0"/>
              <a:t>(</a:t>
            </a:r>
            <a:r>
              <a:rPr lang="fr-FR" altLang="ko-KR" dirty="0" err="1"/>
              <a:t>int</a:t>
            </a:r>
            <a:r>
              <a:rPr lang="fr-FR" altLang="ko-KR" dirty="0"/>
              <a:t> x, </a:t>
            </a:r>
            <a:r>
              <a:rPr lang="fr-FR" altLang="ko-KR" dirty="0" err="1"/>
              <a:t>int</a:t>
            </a:r>
            <a:r>
              <a:rPr lang="fr-FR" altLang="ko-KR" dirty="0"/>
              <a:t> y)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1108720"/>
          </a:xfrm>
        </p:spPr>
        <p:txBody>
          <a:bodyPr/>
          <a:lstStyle/>
          <a:p>
            <a:r>
              <a:rPr lang="ko-KR" altLang="en-US" dirty="0"/>
              <a:t>창 크기가 변경되었을 때 변경된 크기에 맞게 투영행렬과 </a:t>
            </a:r>
            <a:r>
              <a:rPr lang="ko-KR" altLang="en-US" dirty="0" err="1"/>
              <a:t>뷰포트를</a:t>
            </a:r>
            <a:r>
              <a:rPr lang="ko-KR" altLang="en-US" dirty="0"/>
              <a:t> 변경해줍니다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609600" y="32941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void Display(void);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395536" y="4395013"/>
            <a:ext cx="8229600" cy="834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화면을 갱신해줍니다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3026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void </a:t>
            </a:r>
            <a:r>
              <a:rPr lang="en-US" altLang="ko-KR" dirty="0" err="1"/>
              <a:t>MouseDrag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x, </a:t>
            </a:r>
            <a:r>
              <a:rPr lang="en-US" altLang="ko-KR" dirty="0" err="1"/>
              <a:t>int</a:t>
            </a:r>
            <a:r>
              <a:rPr lang="en-US" altLang="ko-KR" dirty="0"/>
              <a:t> y)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1108720"/>
          </a:xfrm>
        </p:spPr>
        <p:txBody>
          <a:bodyPr/>
          <a:lstStyle/>
          <a:p>
            <a:r>
              <a:rPr lang="ko-KR" altLang="en-US" dirty="0"/>
              <a:t>마우스가 드래그 될 때 좌우</a:t>
            </a:r>
            <a:r>
              <a:rPr lang="en-US" altLang="ko-KR" dirty="0"/>
              <a:t>, </a:t>
            </a:r>
            <a:r>
              <a:rPr lang="ko-KR" altLang="en-US" dirty="0"/>
              <a:t>상하 </a:t>
            </a:r>
            <a:r>
              <a:rPr lang="ko-KR" altLang="en-US" dirty="0" err="1"/>
              <a:t>이동량에</a:t>
            </a:r>
            <a:r>
              <a:rPr lang="ko-KR" altLang="en-US" dirty="0"/>
              <a:t> 따라 카메라를 회전시킵니다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609600" y="34381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void </a:t>
            </a:r>
            <a:r>
              <a:rPr lang="en-US" altLang="ko-KR" dirty="0" err="1"/>
              <a:t>MouseMove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button, </a:t>
            </a:r>
            <a:r>
              <a:rPr lang="en-US" altLang="ko-KR" dirty="0" err="1"/>
              <a:t>int</a:t>
            </a:r>
            <a:r>
              <a:rPr lang="en-US" altLang="ko-KR" dirty="0"/>
              <a:t> state, </a:t>
            </a:r>
            <a:r>
              <a:rPr lang="en-US" altLang="ko-KR" dirty="0" err="1"/>
              <a:t>int</a:t>
            </a:r>
            <a:r>
              <a:rPr lang="en-US" altLang="ko-KR" dirty="0"/>
              <a:t> x, </a:t>
            </a:r>
            <a:r>
              <a:rPr lang="en-US" altLang="ko-KR" dirty="0" err="1"/>
              <a:t>int</a:t>
            </a:r>
            <a:r>
              <a:rPr lang="en-US" altLang="ko-KR" dirty="0"/>
              <a:t> y)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395536" y="4683045"/>
            <a:ext cx="8229600" cy="8341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마우스 클릭이벤트를 감지하여 카메라 회전 시의 기준점을 설정합니다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4505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void </a:t>
            </a:r>
            <a:r>
              <a:rPr lang="en-US" altLang="ko-KR" dirty="0" err="1"/>
              <a:t>KeyDown</a:t>
            </a:r>
            <a:r>
              <a:rPr lang="en-US" altLang="ko-KR" dirty="0"/>
              <a:t>(unsigned char key, </a:t>
            </a:r>
            <a:r>
              <a:rPr lang="en-US" altLang="ko-KR" dirty="0" err="1"/>
              <a:t>int</a:t>
            </a:r>
            <a:r>
              <a:rPr lang="en-US" altLang="ko-KR" dirty="0"/>
              <a:t> x, </a:t>
            </a:r>
            <a:r>
              <a:rPr lang="en-US" altLang="ko-KR" dirty="0" err="1"/>
              <a:t>int</a:t>
            </a:r>
            <a:r>
              <a:rPr lang="en-US" altLang="ko-KR" dirty="0"/>
              <a:t> y);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1656184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dirty="0" err="1"/>
              <a:t>키입력을</a:t>
            </a:r>
            <a:r>
              <a:rPr lang="ko-KR" altLang="en-US" dirty="0"/>
              <a:t> 처리합니다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z</a:t>
            </a:r>
            <a:r>
              <a:rPr lang="ko-KR" altLang="en-US" dirty="0"/>
              <a:t>키 </a:t>
            </a:r>
            <a:r>
              <a:rPr lang="ko-KR" altLang="en-US" dirty="0" err="1"/>
              <a:t>입력시에</a:t>
            </a:r>
            <a:r>
              <a:rPr lang="ko-KR" altLang="en-US" dirty="0"/>
              <a:t> 카메라를 줌인</a:t>
            </a:r>
            <a:r>
              <a:rPr lang="en-US" altLang="ko-KR" dirty="0"/>
              <a:t>, </a:t>
            </a:r>
            <a:r>
              <a:rPr lang="ko-KR" altLang="en-US" dirty="0" err="1"/>
              <a:t>줌아웃합니다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Esc</a:t>
            </a:r>
            <a:r>
              <a:rPr lang="ko-KR" altLang="en-US" dirty="0" err="1"/>
              <a:t>입력시에</a:t>
            </a:r>
            <a:r>
              <a:rPr lang="ko-KR" altLang="en-US" dirty="0"/>
              <a:t> 프로그램을 종료합니다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609600" y="34381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void </a:t>
            </a:r>
            <a:r>
              <a:rPr lang="en-US" altLang="ko-KR" dirty="0" err="1"/>
              <a:t>Init</a:t>
            </a:r>
            <a:r>
              <a:rPr lang="en-US" altLang="ko-KR" dirty="0"/>
              <a:t>();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395536" y="4683045"/>
            <a:ext cx="8229600" cy="8341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텍스처를 로딩하고 기본적인 초기화 처리를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0644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340768"/>
            <a:ext cx="6910536" cy="5403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0740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662</Words>
  <Application>Microsoft Office PowerPoint</Application>
  <PresentationFormat>화면 슬라이드 쇼(4:3)</PresentationFormat>
  <Paragraphs>83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3D Virtual Human Modeling &amp; Visualization </vt:lpstr>
      <vt:lpstr>Vector3 class</vt:lpstr>
      <vt:lpstr>MyCamera class</vt:lpstr>
      <vt:lpstr>void UpdateForward ( void )</vt:lpstr>
      <vt:lpstr>void SetupMatrix ( void );</vt:lpstr>
      <vt:lpstr>void MyCamera::Move (Vector3 Direction) </vt:lpstr>
      <vt:lpstr>void MyCamera::RotateX (GLfloat Angle) </vt:lpstr>
      <vt:lpstr>void MyCamera::MoveForward( GLfloat Distance ) </vt:lpstr>
      <vt:lpstr>Utility 함수</vt:lpstr>
      <vt:lpstr>GLvoid DrawGuide();</vt:lpstr>
      <vt:lpstr>GLvoid DrawGuide();</vt:lpstr>
      <vt:lpstr>GLvoid mySphere(double rx, double ry, double rz) ;</vt:lpstr>
      <vt:lpstr>GLvoid myCapsule(double rx, double ry, double rz, double ty) ;</vt:lpstr>
      <vt:lpstr>GLvoid myDrawCube (double dx, double dy, double dz) ;</vt:lpstr>
      <vt:lpstr>GLvoid DrawMan();</vt:lpstr>
      <vt:lpstr>GLuint* GetTexturePool();</vt:lpstr>
      <vt:lpstr>Main 함수</vt:lpstr>
      <vt:lpstr>void reshape(int x, int y)</vt:lpstr>
      <vt:lpstr>void MouseDrag(int x, int y)</vt:lpstr>
      <vt:lpstr>void KeyDown(unsigned char key, int x, int y);</vt:lpstr>
      <vt:lpstr>실행결과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Virtual Human Modeling &amp; Visualization</dc:title>
  <dc:creator>neergreven</dc:creator>
  <cp:lastModifiedBy>정진 이</cp:lastModifiedBy>
  <cp:revision>16</cp:revision>
  <dcterms:created xsi:type="dcterms:W3CDTF">2013-06-23T04:11:58Z</dcterms:created>
  <dcterms:modified xsi:type="dcterms:W3CDTF">2025-03-03T04:50:36Z</dcterms:modified>
</cp:coreProperties>
</file>