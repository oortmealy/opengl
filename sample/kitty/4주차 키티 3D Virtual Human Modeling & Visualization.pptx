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3" r:id="rId4"/>
    <p:sldId id="262" r:id="rId5"/>
    <p:sldId id="261" r:id="rId6"/>
    <p:sldId id="257" r:id="rId7"/>
    <p:sldId id="258" r:id="rId8"/>
    <p:sldId id="260" r:id="rId9"/>
    <p:sldId id="259" r:id="rId10"/>
    <p:sldId id="270" r:id="rId11"/>
    <p:sldId id="271" r:id="rId12"/>
    <p:sldId id="269" r:id="rId13"/>
    <p:sldId id="268" r:id="rId14"/>
    <p:sldId id="267" r:id="rId15"/>
    <p:sldId id="266" r:id="rId16"/>
    <p:sldId id="265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6911975" cy="38877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3997" y="636266"/>
            <a:ext cx="5183981" cy="1353526"/>
          </a:xfrm>
        </p:spPr>
        <p:txBody>
          <a:bodyPr anchor="b"/>
          <a:lstStyle>
            <a:lvl1pPr algn="ctr">
              <a:defRPr sz="340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3997" y="2041989"/>
            <a:ext cx="5183981" cy="938649"/>
          </a:xfrm>
        </p:spPr>
        <p:txBody>
          <a:bodyPr/>
          <a:lstStyle>
            <a:lvl1pPr marL="0" indent="0" algn="ctr">
              <a:buNone/>
              <a:defRPr sz="1361"/>
            </a:lvl1pPr>
            <a:lvl2pPr marL="259187" indent="0" algn="ctr">
              <a:buNone/>
              <a:defRPr sz="1134"/>
            </a:lvl2pPr>
            <a:lvl3pPr marL="518373" indent="0" algn="ctr">
              <a:buNone/>
              <a:defRPr sz="1020"/>
            </a:lvl3pPr>
            <a:lvl4pPr marL="777560" indent="0" algn="ctr">
              <a:buNone/>
              <a:defRPr sz="907"/>
            </a:lvl4pPr>
            <a:lvl5pPr marL="1036747" indent="0" algn="ctr">
              <a:buNone/>
              <a:defRPr sz="907"/>
            </a:lvl5pPr>
            <a:lvl6pPr marL="1295933" indent="0" algn="ctr">
              <a:buNone/>
              <a:defRPr sz="907"/>
            </a:lvl6pPr>
            <a:lvl7pPr marL="1555120" indent="0" algn="ctr">
              <a:buNone/>
              <a:defRPr sz="907"/>
            </a:lvl7pPr>
            <a:lvl8pPr marL="1814307" indent="0" algn="ctr">
              <a:buNone/>
              <a:defRPr sz="907"/>
            </a:lvl8pPr>
            <a:lvl9pPr marL="2073493" indent="0" algn="ctr">
              <a:buNone/>
              <a:defRPr sz="90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197-C033-48A5-8CF2-1F8B8512DED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C676-718C-4EC8-95B2-4FB681CB37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962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197-C033-48A5-8CF2-1F8B8512DED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C676-718C-4EC8-95B2-4FB681CB37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040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599" y="969247"/>
            <a:ext cx="5961578" cy="1617212"/>
          </a:xfrm>
        </p:spPr>
        <p:txBody>
          <a:bodyPr anchor="b"/>
          <a:lstStyle>
            <a:lvl1pPr>
              <a:defRPr sz="340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599" y="2601759"/>
            <a:ext cx="5961578" cy="850453"/>
          </a:xfrm>
        </p:spPr>
        <p:txBody>
          <a:bodyPr/>
          <a:lstStyle>
            <a:lvl1pPr marL="0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1pPr>
            <a:lvl2pPr marL="259187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2pPr>
            <a:lvl3pPr marL="518373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3pPr>
            <a:lvl4pPr marL="777560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4pPr>
            <a:lvl5pPr marL="1036747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5pPr>
            <a:lvl6pPr marL="1295933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6pPr>
            <a:lvl7pPr marL="1555120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7pPr>
            <a:lvl8pPr marL="1814307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8pPr>
            <a:lvl9pPr marL="2073493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197-C033-48A5-8CF2-1F8B8512DED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C676-718C-4EC8-95B2-4FB681CB37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0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5198" y="1034943"/>
            <a:ext cx="2937589" cy="24667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99188" y="1034943"/>
            <a:ext cx="2937589" cy="24667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197-C033-48A5-8CF2-1F8B8512DED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C676-718C-4EC8-95B2-4FB681CB37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074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99" y="206989"/>
            <a:ext cx="5961578" cy="75145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099" y="953048"/>
            <a:ext cx="2924089" cy="467074"/>
          </a:xfrm>
        </p:spPr>
        <p:txBody>
          <a:bodyPr anchor="b"/>
          <a:lstStyle>
            <a:lvl1pPr marL="0" indent="0">
              <a:buNone/>
              <a:defRPr sz="1361" b="1"/>
            </a:lvl1pPr>
            <a:lvl2pPr marL="259187" indent="0">
              <a:buNone/>
              <a:defRPr sz="1134" b="1"/>
            </a:lvl2pPr>
            <a:lvl3pPr marL="518373" indent="0">
              <a:buNone/>
              <a:defRPr sz="1020" b="1"/>
            </a:lvl3pPr>
            <a:lvl4pPr marL="777560" indent="0">
              <a:buNone/>
              <a:defRPr sz="907" b="1"/>
            </a:lvl4pPr>
            <a:lvl5pPr marL="1036747" indent="0">
              <a:buNone/>
              <a:defRPr sz="907" b="1"/>
            </a:lvl5pPr>
            <a:lvl6pPr marL="1295933" indent="0">
              <a:buNone/>
              <a:defRPr sz="907" b="1"/>
            </a:lvl6pPr>
            <a:lvl7pPr marL="1555120" indent="0">
              <a:buNone/>
              <a:defRPr sz="907" b="1"/>
            </a:lvl7pPr>
            <a:lvl8pPr marL="1814307" indent="0">
              <a:buNone/>
              <a:defRPr sz="907" b="1"/>
            </a:lvl8pPr>
            <a:lvl9pPr marL="2073493" indent="0">
              <a:buNone/>
              <a:defRPr sz="90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9" y="1420123"/>
            <a:ext cx="2924089" cy="208878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99187" y="953048"/>
            <a:ext cx="2938490" cy="467074"/>
          </a:xfrm>
        </p:spPr>
        <p:txBody>
          <a:bodyPr anchor="b"/>
          <a:lstStyle>
            <a:lvl1pPr marL="0" indent="0">
              <a:buNone/>
              <a:defRPr sz="1361" b="1"/>
            </a:lvl1pPr>
            <a:lvl2pPr marL="259187" indent="0">
              <a:buNone/>
              <a:defRPr sz="1134" b="1"/>
            </a:lvl2pPr>
            <a:lvl3pPr marL="518373" indent="0">
              <a:buNone/>
              <a:defRPr sz="1020" b="1"/>
            </a:lvl3pPr>
            <a:lvl4pPr marL="777560" indent="0">
              <a:buNone/>
              <a:defRPr sz="907" b="1"/>
            </a:lvl4pPr>
            <a:lvl5pPr marL="1036747" indent="0">
              <a:buNone/>
              <a:defRPr sz="907" b="1"/>
            </a:lvl5pPr>
            <a:lvl6pPr marL="1295933" indent="0">
              <a:buNone/>
              <a:defRPr sz="907" b="1"/>
            </a:lvl6pPr>
            <a:lvl7pPr marL="1555120" indent="0">
              <a:buNone/>
              <a:defRPr sz="907" b="1"/>
            </a:lvl7pPr>
            <a:lvl8pPr marL="1814307" indent="0">
              <a:buNone/>
              <a:defRPr sz="907" b="1"/>
            </a:lvl8pPr>
            <a:lvl9pPr marL="2073493" indent="0">
              <a:buNone/>
              <a:defRPr sz="90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99187" y="1420123"/>
            <a:ext cx="2938490" cy="208878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197-C033-48A5-8CF2-1F8B8512DED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C676-718C-4EC8-95B2-4FB681CB37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35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197-C033-48A5-8CF2-1F8B8512DED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C676-718C-4EC8-95B2-4FB681CB37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477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197-C033-48A5-8CF2-1F8B8512DED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C676-718C-4EC8-95B2-4FB681CB37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0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99" y="259186"/>
            <a:ext cx="2229292" cy="907151"/>
          </a:xfrm>
        </p:spPr>
        <p:txBody>
          <a:bodyPr anchor="b"/>
          <a:lstStyle>
            <a:lvl1pPr>
              <a:defRPr sz="18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8490" y="559770"/>
            <a:ext cx="3499187" cy="2762849"/>
          </a:xfrm>
        </p:spPr>
        <p:txBody>
          <a:bodyPr/>
          <a:lstStyle>
            <a:lvl1pPr>
              <a:defRPr sz="1814"/>
            </a:lvl1pPr>
            <a:lvl2pPr>
              <a:defRPr sz="1587"/>
            </a:lvl2pPr>
            <a:lvl3pPr>
              <a:defRPr sz="1361"/>
            </a:lvl3pPr>
            <a:lvl4pPr>
              <a:defRPr sz="1134"/>
            </a:lvl4pPr>
            <a:lvl5pPr>
              <a:defRPr sz="1134"/>
            </a:lvl5pPr>
            <a:lvl6pPr>
              <a:defRPr sz="1134"/>
            </a:lvl6pPr>
            <a:lvl7pPr>
              <a:defRPr sz="1134"/>
            </a:lvl7pPr>
            <a:lvl8pPr>
              <a:defRPr sz="1134"/>
            </a:lvl8pPr>
            <a:lvl9pPr>
              <a:defRPr sz="113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6099" y="1166337"/>
            <a:ext cx="2229292" cy="2160782"/>
          </a:xfrm>
        </p:spPr>
        <p:txBody>
          <a:bodyPr/>
          <a:lstStyle>
            <a:lvl1pPr marL="0" indent="0">
              <a:buNone/>
              <a:defRPr sz="907"/>
            </a:lvl1pPr>
            <a:lvl2pPr marL="259187" indent="0">
              <a:buNone/>
              <a:defRPr sz="794"/>
            </a:lvl2pPr>
            <a:lvl3pPr marL="518373" indent="0">
              <a:buNone/>
              <a:defRPr sz="680"/>
            </a:lvl3pPr>
            <a:lvl4pPr marL="777560" indent="0">
              <a:buNone/>
              <a:defRPr sz="567"/>
            </a:lvl4pPr>
            <a:lvl5pPr marL="1036747" indent="0">
              <a:buNone/>
              <a:defRPr sz="567"/>
            </a:lvl5pPr>
            <a:lvl6pPr marL="1295933" indent="0">
              <a:buNone/>
              <a:defRPr sz="567"/>
            </a:lvl6pPr>
            <a:lvl7pPr marL="1555120" indent="0">
              <a:buNone/>
              <a:defRPr sz="567"/>
            </a:lvl7pPr>
            <a:lvl8pPr marL="1814307" indent="0">
              <a:buNone/>
              <a:defRPr sz="567"/>
            </a:lvl8pPr>
            <a:lvl9pPr marL="2073493" indent="0">
              <a:buNone/>
              <a:defRPr sz="5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197-C033-48A5-8CF2-1F8B8512DED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C676-718C-4EC8-95B2-4FB681CB37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641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99" y="259186"/>
            <a:ext cx="2229292" cy="907151"/>
          </a:xfrm>
        </p:spPr>
        <p:txBody>
          <a:bodyPr anchor="b"/>
          <a:lstStyle>
            <a:lvl1pPr>
              <a:defRPr sz="18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38490" y="559770"/>
            <a:ext cx="3499187" cy="2762849"/>
          </a:xfrm>
        </p:spPr>
        <p:txBody>
          <a:bodyPr anchor="t"/>
          <a:lstStyle>
            <a:lvl1pPr marL="0" indent="0">
              <a:buNone/>
              <a:defRPr sz="1814"/>
            </a:lvl1pPr>
            <a:lvl2pPr marL="259187" indent="0">
              <a:buNone/>
              <a:defRPr sz="1587"/>
            </a:lvl2pPr>
            <a:lvl3pPr marL="518373" indent="0">
              <a:buNone/>
              <a:defRPr sz="1361"/>
            </a:lvl3pPr>
            <a:lvl4pPr marL="777560" indent="0">
              <a:buNone/>
              <a:defRPr sz="1134"/>
            </a:lvl4pPr>
            <a:lvl5pPr marL="1036747" indent="0">
              <a:buNone/>
              <a:defRPr sz="1134"/>
            </a:lvl5pPr>
            <a:lvl6pPr marL="1295933" indent="0">
              <a:buNone/>
              <a:defRPr sz="1134"/>
            </a:lvl6pPr>
            <a:lvl7pPr marL="1555120" indent="0">
              <a:buNone/>
              <a:defRPr sz="1134"/>
            </a:lvl7pPr>
            <a:lvl8pPr marL="1814307" indent="0">
              <a:buNone/>
              <a:defRPr sz="1134"/>
            </a:lvl8pPr>
            <a:lvl9pPr marL="2073493" indent="0">
              <a:buNone/>
              <a:defRPr sz="1134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6099" y="1166337"/>
            <a:ext cx="2229292" cy="2160782"/>
          </a:xfrm>
        </p:spPr>
        <p:txBody>
          <a:bodyPr/>
          <a:lstStyle>
            <a:lvl1pPr marL="0" indent="0">
              <a:buNone/>
              <a:defRPr sz="907"/>
            </a:lvl1pPr>
            <a:lvl2pPr marL="259187" indent="0">
              <a:buNone/>
              <a:defRPr sz="794"/>
            </a:lvl2pPr>
            <a:lvl3pPr marL="518373" indent="0">
              <a:buNone/>
              <a:defRPr sz="680"/>
            </a:lvl3pPr>
            <a:lvl4pPr marL="777560" indent="0">
              <a:buNone/>
              <a:defRPr sz="567"/>
            </a:lvl4pPr>
            <a:lvl5pPr marL="1036747" indent="0">
              <a:buNone/>
              <a:defRPr sz="567"/>
            </a:lvl5pPr>
            <a:lvl6pPr marL="1295933" indent="0">
              <a:buNone/>
              <a:defRPr sz="567"/>
            </a:lvl6pPr>
            <a:lvl7pPr marL="1555120" indent="0">
              <a:buNone/>
              <a:defRPr sz="567"/>
            </a:lvl7pPr>
            <a:lvl8pPr marL="1814307" indent="0">
              <a:buNone/>
              <a:defRPr sz="567"/>
            </a:lvl8pPr>
            <a:lvl9pPr marL="2073493" indent="0">
              <a:buNone/>
              <a:defRPr sz="5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197-C033-48A5-8CF2-1F8B8512DED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C676-718C-4EC8-95B2-4FB681CB37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29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197-C033-48A5-8CF2-1F8B8512DED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C676-718C-4EC8-95B2-4FB681CB37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915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46382" y="206989"/>
            <a:ext cx="1490395" cy="32947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5198" y="206989"/>
            <a:ext cx="4384784" cy="329472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197-C033-48A5-8CF2-1F8B8512DED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C676-718C-4EC8-95B2-4FB681CB37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533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5199" y="206989"/>
            <a:ext cx="5961578" cy="751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199" y="1034943"/>
            <a:ext cx="5961578" cy="2466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5198" y="3603404"/>
            <a:ext cx="1555194" cy="206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BC197-C033-48A5-8CF2-1F8B8512DED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9592" y="3603404"/>
            <a:ext cx="2332792" cy="206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81583" y="3603404"/>
            <a:ext cx="1555194" cy="206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4C676-718C-4EC8-95B2-4FB681CB37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615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18373" rtl="0" eaLnBrk="1" latinLnBrk="1" hangingPunct="1">
        <a:lnSpc>
          <a:spcPct val="90000"/>
        </a:lnSpc>
        <a:spcBef>
          <a:spcPct val="0"/>
        </a:spcBef>
        <a:buNone/>
        <a:defRPr sz="24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9593" indent="-129593" algn="l" defTabSz="518373" rtl="0" eaLnBrk="1" latinLnBrk="1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1587" kern="1200">
          <a:solidFill>
            <a:schemeClr val="tx1"/>
          </a:solidFill>
          <a:latin typeface="+mn-lt"/>
          <a:ea typeface="+mn-ea"/>
          <a:cs typeface="+mn-cs"/>
        </a:defRPr>
      </a:lvl1pPr>
      <a:lvl2pPr marL="388780" indent="-129593" algn="l" defTabSz="518373" rtl="0" eaLnBrk="1" latinLnBrk="1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361" kern="1200">
          <a:solidFill>
            <a:schemeClr val="tx1"/>
          </a:solidFill>
          <a:latin typeface="+mn-lt"/>
          <a:ea typeface="+mn-ea"/>
          <a:cs typeface="+mn-cs"/>
        </a:defRPr>
      </a:lvl2pPr>
      <a:lvl3pPr marL="647967" indent="-129593" algn="l" defTabSz="518373" rtl="0" eaLnBrk="1" latinLnBrk="1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907153" indent="-129593" algn="l" defTabSz="518373" rtl="0" eaLnBrk="1" latinLnBrk="1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020" kern="1200">
          <a:solidFill>
            <a:schemeClr val="tx1"/>
          </a:solidFill>
          <a:latin typeface="+mn-lt"/>
          <a:ea typeface="+mn-ea"/>
          <a:cs typeface="+mn-cs"/>
        </a:defRPr>
      </a:lvl4pPr>
      <a:lvl5pPr marL="1166340" indent="-129593" algn="l" defTabSz="518373" rtl="0" eaLnBrk="1" latinLnBrk="1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020" kern="1200">
          <a:solidFill>
            <a:schemeClr val="tx1"/>
          </a:solidFill>
          <a:latin typeface="+mn-lt"/>
          <a:ea typeface="+mn-ea"/>
          <a:cs typeface="+mn-cs"/>
        </a:defRPr>
      </a:lvl5pPr>
      <a:lvl6pPr marL="1425527" indent="-129593" algn="l" defTabSz="518373" rtl="0" eaLnBrk="1" latinLnBrk="1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020" kern="1200">
          <a:solidFill>
            <a:schemeClr val="tx1"/>
          </a:solidFill>
          <a:latin typeface="+mn-lt"/>
          <a:ea typeface="+mn-ea"/>
          <a:cs typeface="+mn-cs"/>
        </a:defRPr>
      </a:lvl6pPr>
      <a:lvl7pPr marL="1684713" indent="-129593" algn="l" defTabSz="518373" rtl="0" eaLnBrk="1" latinLnBrk="1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020" kern="1200">
          <a:solidFill>
            <a:schemeClr val="tx1"/>
          </a:solidFill>
          <a:latin typeface="+mn-lt"/>
          <a:ea typeface="+mn-ea"/>
          <a:cs typeface="+mn-cs"/>
        </a:defRPr>
      </a:lvl7pPr>
      <a:lvl8pPr marL="1943900" indent="-129593" algn="l" defTabSz="518373" rtl="0" eaLnBrk="1" latinLnBrk="1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020" kern="1200">
          <a:solidFill>
            <a:schemeClr val="tx1"/>
          </a:solidFill>
          <a:latin typeface="+mn-lt"/>
          <a:ea typeface="+mn-ea"/>
          <a:cs typeface="+mn-cs"/>
        </a:defRPr>
      </a:lvl8pPr>
      <a:lvl9pPr marL="2203087" indent="-129593" algn="l" defTabSz="518373" rtl="0" eaLnBrk="1" latinLnBrk="1" hangingPunct="1">
        <a:lnSpc>
          <a:spcPct val="90000"/>
        </a:lnSpc>
        <a:spcBef>
          <a:spcPts val="283"/>
        </a:spcBef>
        <a:buFont typeface="Arial" panose="020B0604020202020204" pitchFamily="34" charset="0"/>
        <a:buChar char="•"/>
        <a:defRPr sz="10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8373" rtl="0" eaLnBrk="1" latinLnBrk="1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1pPr>
      <a:lvl2pPr marL="259187" algn="l" defTabSz="518373" rtl="0" eaLnBrk="1" latinLnBrk="1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2pPr>
      <a:lvl3pPr marL="518373" algn="l" defTabSz="518373" rtl="0" eaLnBrk="1" latinLnBrk="1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3pPr>
      <a:lvl4pPr marL="777560" algn="l" defTabSz="518373" rtl="0" eaLnBrk="1" latinLnBrk="1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4pPr>
      <a:lvl5pPr marL="1036747" algn="l" defTabSz="518373" rtl="0" eaLnBrk="1" latinLnBrk="1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5pPr>
      <a:lvl6pPr marL="1295933" algn="l" defTabSz="518373" rtl="0" eaLnBrk="1" latinLnBrk="1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6pPr>
      <a:lvl7pPr marL="1555120" algn="l" defTabSz="518373" rtl="0" eaLnBrk="1" latinLnBrk="1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7pPr>
      <a:lvl8pPr marL="1814307" algn="l" defTabSz="518373" rtl="0" eaLnBrk="1" latinLnBrk="1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8pPr>
      <a:lvl9pPr marL="2073493" algn="l" defTabSz="518373" rtl="0" eaLnBrk="1" latinLnBrk="1" hangingPunct="1">
        <a:defRPr sz="10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F1BBC04-ADDF-AEA0-5BD4-6B081A84E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56E9841-EE31-2258-53B3-B59DA8C8CB96}"/>
              </a:ext>
            </a:extLst>
          </p:cNvPr>
          <p:cNvSpPr/>
          <p:nvPr/>
        </p:nvSpPr>
        <p:spPr>
          <a:xfrm>
            <a:off x="1891430" y="2949879"/>
            <a:ext cx="3156559" cy="2004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815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25A63-7ACB-EF70-AC9B-DCBDEBBCF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F65D73-38A6-5C89-0EBC-C9F9612E2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38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2E144-FA81-963D-DBA4-4CBA28C71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23709DF-33AC-5F6F-1F19-346FE118E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15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C39E4-10E9-81AE-3E9D-ACE2D3293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760AF38-595C-1E6A-EDA2-182BE7CA5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9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E1A52-923F-137F-9123-AD086548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CF7FF31-D319-47E7-2CBD-A837C7388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66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BAD79-AFEC-13D4-D81F-1D4BF75F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A94D81-57EF-18CF-3CFF-3A1374937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09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6B088-C2B0-4F2E-8F53-5A3C38B9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BEF732-DDD2-130F-1579-D39FC2D0E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344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7FE33-F2DA-2255-662C-7780E96CF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89ABD9-F5C9-3DFA-5EBF-F3300BC55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347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111DC-5CA9-5DC3-FF85-344699B3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AF13B98-1B02-FEDE-56AC-2331E21AC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215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2C85BC3-1EA4-6ED7-E1FA-8731EAC6C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98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A082740-07F3-0975-7A16-5AA88A4E2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450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E97BD-3CA4-FCAE-A2E5-0D2B85F14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127F12B-212A-148A-F467-F4AAFACE6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52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E5EAA-CA7D-E9EB-B8D8-85B9AE328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0A1442-1BD7-B297-3DE3-923EBF2D2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65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BB53-9051-E1E3-3C76-B5782C42D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5B5AC1-FF19-3AA5-567C-9F1F1A00D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902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93C08-81D7-4FF7-1D2B-E579505EF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EAA634-43FF-BD0E-A379-923601AA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238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1DAE-FFAF-EBDB-906E-5B2F496D7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C1D730-3698-9B8E-ECC5-85FC782F9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34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BCBBD11-B405-407C-828F-C1554A845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00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545234-4222-BFA2-34D0-5801860B3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1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0F26867-676A-6EC2-D89A-75D62DC1A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58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1567A2-1579-E8A4-56C8-B90C5EFF1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435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DE00C0-95CD-EC50-2F95-0B542F2CF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1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54247E-729D-DF43-3D2F-C376B21B7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505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07027C-0CBC-6C72-9E79-E3048BCFD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21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CC0145-E752-6C8C-F399-B41A905D76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  <p:pic>
        <p:nvPicPr>
          <p:cNvPr id="4" name="CG demo video">
            <a:hlinkClick r:id="" action="ppaction://media"/>
            <a:extLst>
              <a:ext uri="{FF2B5EF4-FFF2-40B4-BE49-F238E27FC236}">
                <a16:creationId xmlns:a16="http://schemas.microsoft.com/office/drawing/2014/main" id="{D5D5FBB0-09DE-F855-470D-D322034B45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56489" y="1072444"/>
            <a:ext cx="2198995" cy="242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23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1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0CD2D0-2D91-82A0-388C-87AC20373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6911623" cy="38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789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</TotalTime>
  <Words>0</Words>
  <Application>Microsoft Office PowerPoint</Application>
  <PresentationFormat>사용자 지정</PresentationFormat>
  <Paragraphs>0</Paragraphs>
  <Slides>25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박제린</dc:creator>
  <cp:lastModifiedBy>정진 이</cp:lastModifiedBy>
  <cp:revision>4</cp:revision>
  <dcterms:created xsi:type="dcterms:W3CDTF">2025-05-31T14:02:58Z</dcterms:created>
  <dcterms:modified xsi:type="dcterms:W3CDTF">2026-03-19T11:36:58Z</dcterms:modified>
</cp:coreProperties>
</file>