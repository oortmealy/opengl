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lvl1pPr>
    <a:lvl2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lvl2pPr>
    <a:lvl3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lvl3pPr>
    <a:lvl4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lvl4pPr>
    <a:lvl5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lvl5pPr>
    <a:lvl6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lvl6pPr>
    <a:lvl7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lvl7pPr>
    <a:lvl8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lvl8pPr>
    <a:lvl9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Medium"/>
          <a:ea typeface="Helvetica Neue Medium"/>
          <a:cs typeface="Helvetica Neue Medium"/>
        </a:font>
        <a:srgbClr val="032336"/>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rgbClr val="CAD2E8"/>
          </a:solidFill>
        </a:fill>
      </a:tcStyle>
    </a:wholeTbl>
    <a:band2H>
      <a:tcTxStyle/>
      <a:tcStyle>
        <a:tcBdr/>
        <a:fill>
          <a:solidFill>
            <a:srgbClr val="E6EAF4"/>
          </a:solidFill>
        </a:fill>
      </a:tcStyle>
    </a:band2H>
    <a:firstCol>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chemeClr val="accent1"/>
          </a:solidFill>
        </a:fill>
      </a:tcStyle>
    </a:firstCol>
    <a:lastRow>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381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chemeClr val="accent1"/>
          </a:solidFill>
        </a:fill>
      </a:tcStyle>
    </a:lastRow>
    <a:firstRow>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381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chemeClr val="accent1"/>
          </a:solidFill>
        </a:fill>
      </a:tcStyle>
    </a:firstRow>
  </a:tblStyle>
  <a:tblStyle styleId="{C7B018BB-80A7-4F77-B60F-C8B233D01FF8}" styleName="">
    <a:tblBg/>
    <a:wholeTbl>
      <a:tcTxStyle b="off" i="off">
        <a:font>
          <a:latin typeface="Helvetica Neue Medium"/>
          <a:ea typeface="Helvetica Neue Medium"/>
          <a:cs typeface="Helvetica Neue Medium"/>
        </a:font>
        <a:srgbClr val="032336"/>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rgbClr val="F2E7CB"/>
          </a:solidFill>
        </a:fill>
      </a:tcStyle>
    </a:wholeTbl>
    <a:band2H>
      <a:tcTxStyle/>
      <a:tcStyle>
        <a:tcBdr/>
        <a:fill>
          <a:solidFill>
            <a:srgbClr val="F8F4E7"/>
          </a:solidFill>
        </a:fill>
      </a:tcStyle>
    </a:band2H>
    <a:firstCol>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chemeClr val="accent3"/>
          </a:solidFill>
        </a:fill>
      </a:tcStyle>
    </a:firstCol>
    <a:lastRow>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381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chemeClr val="accent3"/>
          </a:solidFill>
        </a:fill>
      </a:tcStyle>
    </a:lastRow>
    <a:firstRow>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381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chemeClr val="accent3"/>
          </a:solidFill>
        </a:fill>
      </a:tcStyle>
    </a:firstRow>
  </a:tblStyle>
  <a:tblStyle styleId="{EEE7283C-3CF3-47DC-8721-378D4A62B228}" styleName="">
    <a:tblBg/>
    <a:wholeTbl>
      <a:tcTxStyle b="off" i="off">
        <a:font>
          <a:latin typeface="Helvetica Neue Medium"/>
          <a:ea typeface="Helvetica Neue Medium"/>
          <a:cs typeface="Helvetica Neue Medium"/>
        </a:font>
        <a:srgbClr val="032336"/>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rgbClr val="D5CDDE"/>
          </a:solidFill>
        </a:fill>
      </a:tcStyle>
    </a:wholeTbl>
    <a:band2H>
      <a:tcTxStyle/>
      <a:tcStyle>
        <a:tcBdr/>
        <a:fill>
          <a:solidFill>
            <a:srgbClr val="EBE8EF"/>
          </a:solidFill>
        </a:fill>
      </a:tcStyle>
    </a:band2H>
    <a:firstCol>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chemeClr val="accent6"/>
          </a:solidFill>
        </a:fill>
      </a:tcStyle>
    </a:firstCol>
    <a:lastRow>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381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chemeClr val="accent6"/>
          </a:solidFill>
        </a:fill>
      </a:tcStyle>
    </a:lastRow>
    <a:firstRow>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381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chemeClr val="accent6"/>
          </a:solidFill>
        </a:fill>
      </a:tcStyle>
    </a:firstRow>
  </a:tblStyle>
  <a:tblStyle styleId="{CF821DB8-F4EB-4A41-A1BA-3FCAFE7338EE}" styleName="">
    <a:tblBg/>
    <a:wholeTbl>
      <a:tcTxStyle b="off" i="off">
        <a:font>
          <a:latin typeface="Helvetica Neue Medium"/>
          <a:ea typeface="Helvetica Neue Medium"/>
          <a:cs typeface="Helvetica Neue Medium"/>
        </a:font>
        <a:srgbClr val="032336"/>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7E7"/>
          </a:solidFill>
        </a:fill>
      </a:tcStyle>
    </a:wholeTbl>
    <a:band2H>
      <a:tcTxStyle/>
      <a:tcStyle>
        <a:tcBdr/>
        <a:fill>
          <a:solidFill>
            <a:srgbClr val="363534"/>
          </a:solidFill>
        </a:fill>
      </a:tcStyle>
    </a:band2H>
    <a:firstCol>
      <a:tcTxStyle b="on" i="off">
        <a:font>
          <a:latin typeface="Helvetica Neue"/>
          <a:ea typeface="Helvetica Neue"/>
          <a:cs typeface="Helvetica Neue"/>
        </a:font>
        <a:srgbClr val="363534"/>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Helvetica Neue"/>
          <a:ea typeface="Helvetica Neue"/>
          <a:cs typeface="Helvetica Neue"/>
        </a:font>
        <a:srgbClr val="032336"/>
      </a:tcTxStyle>
      <a:tcStyle>
        <a:tcBdr>
          <a:left>
            <a:ln w="12700" cap="flat">
              <a:noFill/>
              <a:miter lim="400000"/>
            </a:ln>
          </a:left>
          <a:right>
            <a:ln w="12700" cap="flat">
              <a:noFill/>
              <a:miter lim="400000"/>
            </a:ln>
          </a:right>
          <a:top>
            <a:ln w="50800" cap="flat">
              <a:solidFill>
                <a:srgbClr val="032336"/>
              </a:solidFill>
              <a:prstDash val="solid"/>
              <a:round/>
            </a:ln>
          </a:top>
          <a:bottom>
            <a:ln w="25400" cap="flat">
              <a:solidFill>
                <a:srgbClr val="032336"/>
              </a:solidFill>
              <a:prstDash val="solid"/>
              <a:round/>
            </a:ln>
          </a:bottom>
          <a:insideH>
            <a:ln w="12700" cap="flat">
              <a:noFill/>
              <a:miter lim="400000"/>
            </a:ln>
          </a:insideH>
          <a:insideV>
            <a:ln w="12700" cap="flat">
              <a:noFill/>
              <a:miter lim="400000"/>
            </a:ln>
          </a:insideV>
        </a:tcBdr>
        <a:fill>
          <a:solidFill>
            <a:srgbClr val="363534"/>
          </a:solidFill>
        </a:fill>
      </a:tcStyle>
    </a:lastRow>
    <a:firstRow>
      <a:tcTxStyle b="on" i="off">
        <a:font>
          <a:latin typeface="Helvetica Neue"/>
          <a:ea typeface="Helvetica Neue"/>
          <a:cs typeface="Helvetica Neue"/>
        </a:font>
        <a:srgbClr val="363534"/>
      </a:tcTxStyle>
      <a:tcStyle>
        <a:tcBdr>
          <a:left>
            <a:ln w="12700" cap="flat">
              <a:noFill/>
              <a:miter lim="400000"/>
            </a:ln>
          </a:left>
          <a:right>
            <a:ln w="12700" cap="flat">
              <a:noFill/>
              <a:miter lim="400000"/>
            </a:ln>
          </a:right>
          <a:top>
            <a:ln w="25400" cap="flat">
              <a:solidFill>
                <a:srgbClr val="032336"/>
              </a:solidFill>
              <a:prstDash val="solid"/>
              <a:round/>
            </a:ln>
          </a:top>
          <a:bottom>
            <a:ln w="25400" cap="flat">
              <a:solidFill>
                <a:srgbClr val="032336"/>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Helvetica Neue Medium"/>
          <a:ea typeface="Helvetica Neue Medium"/>
          <a:cs typeface="Helvetica Neue Medium"/>
        </a:font>
        <a:srgbClr val="032336"/>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rgbClr val="CACBCC"/>
          </a:solidFill>
        </a:fill>
      </a:tcStyle>
    </a:wholeTbl>
    <a:band2H>
      <a:tcTxStyle/>
      <a:tcStyle>
        <a:tcBdr/>
        <a:fill>
          <a:solidFill>
            <a:srgbClr val="E6E7E7"/>
          </a:solidFill>
        </a:fill>
      </a:tcStyle>
    </a:band2H>
    <a:firstCol>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rgbClr val="032336"/>
          </a:solidFill>
        </a:fill>
      </a:tcStyle>
    </a:firstCol>
    <a:lastRow>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38100" cap="flat">
              <a:solidFill>
                <a:srgbClr val="363534"/>
              </a:solidFill>
              <a:prstDash val="solid"/>
              <a:round/>
            </a:ln>
          </a:top>
          <a:bottom>
            <a:ln w="127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rgbClr val="032336"/>
          </a:solidFill>
        </a:fill>
      </a:tcStyle>
    </a:lastRow>
    <a:firstRow>
      <a:tcTxStyle b="on" i="off">
        <a:font>
          <a:latin typeface="Helvetica Neue"/>
          <a:ea typeface="Helvetica Neue"/>
          <a:cs typeface="Helvetica Neue"/>
        </a:font>
        <a:srgbClr val="363534"/>
      </a:tcTxStyle>
      <a:tcStyle>
        <a:tcBdr>
          <a:left>
            <a:ln w="12700" cap="flat">
              <a:solidFill>
                <a:srgbClr val="363534"/>
              </a:solidFill>
              <a:prstDash val="solid"/>
              <a:round/>
            </a:ln>
          </a:left>
          <a:right>
            <a:ln w="12700" cap="flat">
              <a:solidFill>
                <a:srgbClr val="363534"/>
              </a:solidFill>
              <a:prstDash val="solid"/>
              <a:round/>
            </a:ln>
          </a:right>
          <a:top>
            <a:ln w="12700" cap="flat">
              <a:solidFill>
                <a:srgbClr val="363534"/>
              </a:solidFill>
              <a:prstDash val="solid"/>
              <a:round/>
            </a:ln>
          </a:top>
          <a:bottom>
            <a:ln w="38100" cap="flat">
              <a:solidFill>
                <a:srgbClr val="363534"/>
              </a:solidFill>
              <a:prstDash val="solid"/>
              <a:round/>
            </a:ln>
          </a:bottom>
          <a:insideH>
            <a:ln w="12700" cap="flat">
              <a:solidFill>
                <a:srgbClr val="363534"/>
              </a:solidFill>
              <a:prstDash val="solid"/>
              <a:round/>
            </a:ln>
          </a:insideH>
          <a:insideV>
            <a:ln w="12700" cap="flat">
              <a:solidFill>
                <a:srgbClr val="363534"/>
              </a:solidFill>
              <a:prstDash val="solid"/>
              <a:round/>
            </a:ln>
          </a:insideV>
        </a:tcBdr>
        <a:fill>
          <a:solidFill>
            <a:srgbClr val="032336"/>
          </a:solidFill>
        </a:fill>
      </a:tcStyle>
    </a:firstRow>
  </a:tblStyle>
  <a:tblStyle styleId="{2708684C-4D16-4618-839F-0558EEFCDFE6}" styleName="">
    <a:tblBg/>
    <a:wholeTbl>
      <a:tcTxStyle b="off" i="off">
        <a:font>
          <a:latin typeface="Helvetica Neue Medium"/>
          <a:ea typeface="Helvetica Neue Medium"/>
          <a:cs typeface="Helvetica Neue Medium"/>
        </a:font>
        <a:srgbClr val="032336"/>
      </a:tcTxStyle>
      <a:tcStyle>
        <a:tcBdr>
          <a:left>
            <a:ln w="12700" cap="flat">
              <a:solidFill>
                <a:srgbClr val="032336"/>
              </a:solidFill>
              <a:prstDash val="solid"/>
              <a:round/>
            </a:ln>
          </a:left>
          <a:right>
            <a:ln w="12700" cap="flat">
              <a:solidFill>
                <a:srgbClr val="032336"/>
              </a:solidFill>
              <a:prstDash val="solid"/>
              <a:round/>
            </a:ln>
          </a:right>
          <a:top>
            <a:ln w="12700" cap="flat">
              <a:solidFill>
                <a:srgbClr val="032336"/>
              </a:solidFill>
              <a:prstDash val="solid"/>
              <a:round/>
            </a:ln>
          </a:top>
          <a:bottom>
            <a:ln w="12700" cap="flat">
              <a:solidFill>
                <a:srgbClr val="032336"/>
              </a:solidFill>
              <a:prstDash val="solid"/>
              <a:round/>
            </a:ln>
          </a:bottom>
          <a:insideH>
            <a:ln w="12700" cap="flat">
              <a:solidFill>
                <a:srgbClr val="032336"/>
              </a:solidFill>
              <a:prstDash val="solid"/>
              <a:round/>
            </a:ln>
          </a:insideH>
          <a:insideV>
            <a:ln w="12700" cap="flat">
              <a:solidFill>
                <a:srgbClr val="032336"/>
              </a:solidFill>
              <a:prstDash val="solid"/>
              <a:round/>
            </a:ln>
          </a:insideV>
        </a:tcBdr>
        <a:fill>
          <a:solidFill>
            <a:srgbClr val="032336">
              <a:alpha val="20000"/>
            </a:srgbClr>
          </a:solidFill>
        </a:fill>
      </a:tcStyle>
    </a:wholeTbl>
    <a:band2H>
      <a:tcTxStyle/>
      <a:tcStyle>
        <a:tcBdr/>
        <a:fill>
          <a:solidFill>
            <a:srgbClr val="FFFFFF"/>
          </a:solidFill>
        </a:fill>
      </a:tcStyle>
    </a:band2H>
    <a:firstCol>
      <a:tcTxStyle b="on" i="off">
        <a:font>
          <a:latin typeface="Helvetica Neue"/>
          <a:ea typeface="Helvetica Neue"/>
          <a:cs typeface="Helvetica Neue"/>
        </a:font>
        <a:srgbClr val="032336"/>
      </a:tcTxStyle>
      <a:tcStyle>
        <a:tcBdr>
          <a:left>
            <a:ln w="12700" cap="flat">
              <a:solidFill>
                <a:srgbClr val="032336"/>
              </a:solidFill>
              <a:prstDash val="solid"/>
              <a:round/>
            </a:ln>
          </a:left>
          <a:right>
            <a:ln w="12700" cap="flat">
              <a:solidFill>
                <a:srgbClr val="032336"/>
              </a:solidFill>
              <a:prstDash val="solid"/>
              <a:round/>
            </a:ln>
          </a:right>
          <a:top>
            <a:ln w="12700" cap="flat">
              <a:solidFill>
                <a:srgbClr val="032336"/>
              </a:solidFill>
              <a:prstDash val="solid"/>
              <a:round/>
            </a:ln>
          </a:top>
          <a:bottom>
            <a:ln w="12700" cap="flat">
              <a:solidFill>
                <a:srgbClr val="032336"/>
              </a:solidFill>
              <a:prstDash val="solid"/>
              <a:round/>
            </a:ln>
          </a:bottom>
          <a:insideH>
            <a:ln w="12700" cap="flat">
              <a:solidFill>
                <a:srgbClr val="032336"/>
              </a:solidFill>
              <a:prstDash val="solid"/>
              <a:round/>
            </a:ln>
          </a:insideH>
          <a:insideV>
            <a:ln w="12700" cap="flat">
              <a:solidFill>
                <a:srgbClr val="032336"/>
              </a:solidFill>
              <a:prstDash val="solid"/>
              <a:round/>
            </a:ln>
          </a:insideV>
        </a:tcBdr>
        <a:fill>
          <a:solidFill>
            <a:srgbClr val="032336">
              <a:alpha val="20000"/>
            </a:srgbClr>
          </a:solidFill>
        </a:fill>
      </a:tcStyle>
    </a:firstCol>
    <a:lastRow>
      <a:tcTxStyle b="on" i="off">
        <a:font>
          <a:latin typeface="Helvetica Neue"/>
          <a:ea typeface="Helvetica Neue"/>
          <a:cs typeface="Helvetica Neue"/>
        </a:font>
        <a:srgbClr val="032336"/>
      </a:tcTxStyle>
      <a:tcStyle>
        <a:tcBdr>
          <a:left>
            <a:ln w="12700" cap="flat">
              <a:solidFill>
                <a:srgbClr val="032336"/>
              </a:solidFill>
              <a:prstDash val="solid"/>
              <a:round/>
            </a:ln>
          </a:left>
          <a:right>
            <a:ln w="12700" cap="flat">
              <a:solidFill>
                <a:srgbClr val="032336"/>
              </a:solidFill>
              <a:prstDash val="solid"/>
              <a:round/>
            </a:ln>
          </a:right>
          <a:top>
            <a:ln w="50800" cap="flat">
              <a:solidFill>
                <a:srgbClr val="032336"/>
              </a:solidFill>
              <a:prstDash val="solid"/>
              <a:round/>
            </a:ln>
          </a:top>
          <a:bottom>
            <a:ln w="12700" cap="flat">
              <a:solidFill>
                <a:srgbClr val="032336"/>
              </a:solidFill>
              <a:prstDash val="solid"/>
              <a:round/>
            </a:ln>
          </a:bottom>
          <a:insideH>
            <a:ln w="12700" cap="flat">
              <a:solidFill>
                <a:srgbClr val="032336"/>
              </a:solidFill>
              <a:prstDash val="solid"/>
              <a:round/>
            </a:ln>
          </a:insideH>
          <a:insideV>
            <a:ln w="12700" cap="flat">
              <a:solidFill>
                <a:srgbClr val="032336"/>
              </a:solidFill>
              <a:prstDash val="solid"/>
              <a:round/>
            </a:ln>
          </a:insideV>
        </a:tcBdr>
        <a:fill>
          <a:noFill/>
        </a:fill>
      </a:tcStyle>
    </a:lastRow>
    <a:firstRow>
      <a:tcTxStyle b="on" i="off">
        <a:font>
          <a:latin typeface="Helvetica Neue"/>
          <a:ea typeface="Helvetica Neue"/>
          <a:cs typeface="Helvetica Neue"/>
        </a:font>
        <a:srgbClr val="032336"/>
      </a:tcTxStyle>
      <a:tcStyle>
        <a:tcBdr>
          <a:left>
            <a:ln w="12700" cap="flat">
              <a:solidFill>
                <a:srgbClr val="032336"/>
              </a:solidFill>
              <a:prstDash val="solid"/>
              <a:round/>
            </a:ln>
          </a:left>
          <a:right>
            <a:ln w="12700" cap="flat">
              <a:solidFill>
                <a:srgbClr val="032336"/>
              </a:solidFill>
              <a:prstDash val="solid"/>
              <a:round/>
            </a:ln>
          </a:right>
          <a:top>
            <a:ln w="12700" cap="flat">
              <a:solidFill>
                <a:srgbClr val="032336"/>
              </a:solidFill>
              <a:prstDash val="solid"/>
              <a:round/>
            </a:ln>
          </a:top>
          <a:bottom>
            <a:ln w="25400" cap="flat">
              <a:solidFill>
                <a:srgbClr val="032336"/>
              </a:solidFill>
              <a:prstDash val="solid"/>
              <a:round/>
            </a:ln>
          </a:bottom>
          <a:insideH>
            <a:ln w="12700" cap="flat">
              <a:solidFill>
                <a:srgbClr val="032336"/>
              </a:solidFill>
              <a:prstDash val="solid"/>
              <a:round/>
            </a:ln>
          </a:insideH>
          <a:insideV>
            <a:ln w="12700" cap="flat">
              <a:solidFill>
                <a:srgbClr val="032336"/>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4" d="100"/>
          <a:sy n="44" d="100"/>
        </p:scale>
        <p:origin x="138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0"/>
  <c:style val="2"/>
  <c:chart>
    <c:autoTitleDeleted val="1"/>
    <c:plotArea>
      <c:layout>
        <c:manualLayout>
          <c:layoutTarget val="inner"/>
          <c:xMode val="edge"/>
          <c:yMode val="edge"/>
          <c:x val="9.9276600000000007E-2"/>
          <c:y val="6.7010500000000001E-2"/>
          <c:w val="0.87382899999999997"/>
          <c:h val="0.82745899999999994"/>
        </c:manualLayout>
      </c:layout>
      <c:barChart>
        <c:barDir val="bar"/>
        <c:grouping val="clustered"/>
        <c:varyColors val="0"/>
        <c:ser>
          <c:idx val="0"/>
          <c:order val="0"/>
          <c:tx>
            <c:strRef>
              <c:f>Sheet1!$A$2</c:f>
              <c:strCache>
                <c:ptCount val="1"/>
                <c:pt idx="0">
                  <c:v>Region 1</c:v>
                </c:pt>
              </c:strCache>
            </c:strRef>
          </c:tx>
          <c:spPr>
            <a:solidFill>
              <a:srgbClr val="E99B32"/>
            </a:solidFill>
            <a:ln w="12700" cap="flat">
              <a:noFill/>
              <a:miter lim="400000"/>
            </a:ln>
            <a:effectLst/>
          </c:spPr>
          <c:invertIfNegative val="0"/>
          <c:cat>
            <c:strRef>
              <c:f>Sheet1!$B$1:$E$1</c:f>
              <c:strCache>
                <c:ptCount val="4"/>
                <c:pt idx="0">
                  <c:v>2007</c:v>
                </c:pt>
                <c:pt idx="1">
                  <c:v>2008</c:v>
                </c:pt>
                <c:pt idx="2">
                  <c:v>2009</c:v>
                </c:pt>
                <c:pt idx="3">
                  <c:v>2010</c:v>
                </c:pt>
              </c:strCache>
            </c:strRef>
          </c:cat>
          <c:val>
            <c:numRef>
              <c:f>Sheet1!$B$2:$E$2</c:f>
              <c:numCache>
                <c:formatCode>General</c:formatCode>
                <c:ptCount val="4"/>
                <c:pt idx="0">
                  <c:v>17</c:v>
                </c:pt>
                <c:pt idx="1">
                  <c:v>26</c:v>
                </c:pt>
                <c:pt idx="2">
                  <c:v>53</c:v>
                </c:pt>
                <c:pt idx="3">
                  <c:v>96</c:v>
                </c:pt>
              </c:numCache>
            </c:numRef>
          </c:val>
          <c:extLst>
            <c:ext xmlns:c16="http://schemas.microsoft.com/office/drawing/2014/chart" uri="{C3380CC4-5D6E-409C-BE32-E72D297353CC}">
              <c16:uniqueId val="{00000000-236D-4457-BA1E-88F97A510813}"/>
            </c:ext>
          </c:extLst>
        </c:ser>
        <c:ser>
          <c:idx val="1"/>
          <c:order val="1"/>
          <c:tx>
            <c:strRef>
              <c:f>Sheet1!$A$3</c:f>
              <c:strCache>
                <c:ptCount val="1"/>
                <c:pt idx="0">
                  <c:v>Region 2</c:v>
                </c:pt>
              </c:strCache>
            </c:strRef>
          </c:tx>
          <c:spPr>
            <a:solidFill>
              <a:srgbClr val="6A8C93"/>
            </a:solidFill>
            <a:ln w="12700" cap="flat">
              <a:noFill/>
              <a:miter lim="400000"/>
            </a:ln>
            <a:effectLst/>
          </c:spPr>
          <c:invertIfNegative val="0"/>
          <c:cat>
            <c:strRef>
              <c:f>Sheet1!$B$1:$E$1</c:f>
              <c:strCache>
                <c:ptCount val="4"/>
                <c:pt idx="0">
                  <c:v>2007</c:v>
                </c:pt>
                <c:pt idx="1">
                  <c:v>2008</c:v>
                </c:pt>
                <c:pt idx="2">
                  <c:v>2009</c:v>
                </c:pt>
                <c:pt idx="3">
                  <c:v>2010</c:v>
                </c:pt>
              </c:strCache>
            </c:strRef>
          </c:cat>
          <c:val>
            <c:numRef>
              <c:f>Sheet1!$B$3:$E$3</c:f>
              <c:numCache>
                <c:formatCode>General</c:formatCode>
                <c:ptCount val="4"/>
                <c:pt idx="0">
                  <c:v>55</c:v>
                </c:pt>
                <c:pt idx="1">
                  <c:v>43</c:v>
                </c:pt>
                <c:pt idx="2">
                  <c:v>70</c:v>
                </c:pt>
                <c:pt idx="3">
                  <c:v>58</c:v>
                </c:pt>
              </c:numCache>
            </c:numRef>
          </c:val>
          <c:extLst>
            <c:ext xmlns:c16="http://schemas.microsoft.com/office/drawing/2014/chart" uri="{C3380CC4-5D6E-409C-BE32-E72D297353CC}">
              <c16:uniqueId val="{00000001-236D-4457-BA1E-88F97A510813}"/>
            </c:ext>
          </c:extLst>
        </c:ser>
        <c:dLbls>
          <c:showLegendKey val="0"/>
          <c:showVal val="0"/>
          <c:showCatName val="0"/>
          <c:showSerName val="0"/>
          <c:showPercent val="0"/>
          <c:showBubbleSize val="0"/>
        </c:dLbls>
        <c:gapWidth val="4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000000"/>
            </a:solidFill>
            <a:prstDash val="solid"/>
            <a:miter lim="400000"/>
          </a:ln>
        </c:spPr>
        <c:txPr>
          <a:bodyPr rot="0"/>
          <a:lstStyle/>
          <a:p>
            <a:pPr>
              <a:defRPr sz="1800" b="0" i="0" u="none" strike="noStrike">
                <a:solidFill>
                  <a:srgbClr val="3E545A"/>
                </a:solidFill>
                <a:latin typeface="Helvetica Neue Medium"/>
              </a:defRPr>
            </a:pPr>
            <a:endParaRPr lang="ko-KR"/>
          </a:p>
        </c:txPr>
        <c:crossAx val="2094734553"/>
        <c:crosses val="autoZero"/>
        <c:auto val="1"/>
        <c:lblAlgn val="ctr"/>
        <c:lblOffset val="100"/>
        <c:noMultiLvlLbl val="1"/>
      </c:catAx>
      <c:valAx>
        <c:axId val="2094734553"/>
        <c:scaling>
          <c:orientation val="minMax"/>
        </c:scaling>
        <c:delete val="0"/>
        <c:axPos val="t"/>
        <c:majorGridlines>
          <c:spPr>
            <a:ln w="12700" cap="flat">
              <a:solidFill>
                <a:srgbClr val="B8B8B8"/>
              </a:solidFill>
              <a:prstDash val="solid"/>
              <a:miter lim="400000"/>
            </a:ln>
          </c:spPr>
        </c:majorGridlines>
        <c:numFmt formatCode="0" sourceLinked="0"/>
        <c:majorTickMark val="none"/>
        <c:minorTickMark val="none"/>
        <c:tickLblPos val="high"/>
        <c:spPr>
          <a:ln w="12700" cap="flat">
            <a:noFill/>
            <a:prstDash val="solid"/>
            <a:miter lim="400000"/>
          </a:ln>
        </c:spPr>
        <c:txPr>
          <a:bodyPr rot="0"/>
          <a:lstStyle/>
          <a:p>
            <a:pPr>
              <a:defRPr sz="1800" b="0" i="0" u="none" strike="noStrike">
                <a:solidFill>
                  <a:srgbClr val="3E545A"/>
                </a:solidFill>
                <a:latin typeface="Helvetica Neue Medium"/>
              </a:defRPr>
            </a:pPr>
            <a:endParaRPr lang="ko-KR"/>
          </a:p>
        </c:txPr>
        <c:crossAx val="2094734552"/>
        <c:crosses val="autoZero"/>
        <c:crossBetween val="between"/>
        <c:majorUnit val="25"/>
        <c:minorUnit val="12.5"/>
      </c:valAx>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5" name="Shape 215"/>
          <p:cNvSpPr>
            <a:spLocks noGrp="1" noRot="1" noChangeAspect="1"/>
          </p:cNvSpPr>
          <p:nvPr>
            <p:ph type="sldImg"/>
          </p:nvPr>
        </p:nvSpPr>
        <p:spPr>
          <a:xfrm>
            <a:off x="1143000" y="685800"/>
            <a:ext cx="4572000" cy="3429000"/>
          </a:xfrm>
          <a:prstGeom prst="rect">
            <a:avLst/>
          </a:prstGeom>
        </p:spPr>
        <p:txBody>
          <a:bodyPr/>
          <a:lstStyle/>
          <a:p>
            <a:endParaRPr/>
          </a:p>
        </p:txBody>
      </p:sp>
      <p:sp>
        <p:nvSpPr>
          <p:cNvPr id="216" name="Shape 21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584200" latinLnBrk="0">
      <a:defRPr sz="2200">
        <a:latin typeface="+mj-lt"/>
        <a:ea typeface="+mj-ea"/>
        <a:cs typeface="+mj-cs"/>
        <a:sym typeface="Lucida Grande"/>
      </a:defRPr>
    </a:lvl1pPr>
    <a:lvl2pPr indent="228600" defTabSz="584200" latinLnBrk="0">
      <a:defRPr sz="2200">
        <a:latin typeface="+mj-lt"/>
        <a:ea typeface="+mj-ea"/>
        <a:cs typeface="+mj-cs"/>
        <a:sym typeface="Lucida Grande"/>
      </a:defRPr>
    </a:lvl2pPr>
    <a:lvl3pPr indent="457200" defTabSz="584200" latinLnBrk="0">
      <a:defRPr sz="2200">
        <a:latin typeface="+mj-lt"/>
        <a:ea typeface="+mj-ea"/>
        <a:cs typeface="+mj-cs"/>
        <a:sym typeface="Lucida Grande"/>
      </a:defRPr>
    </a:lvl3pPr>
    <a:lvl4pPr indent="685800" defTabSz="584200" latinLnBrk="0">
      <a:defRPr sz="2200">
        <a:latin typeface="+mj-lt"/>
        <a:ea typeface="+mj-ea"/>
        <a:cs typeface="+mj-cs"/>
        <a:sym typeface="Lucida Grande"/>
      </a:defRPr>
    </a:lvl4pPr>
    <a:lvl5pPr indent="914400" defTabSz="584200" latinLnBrk="0">
      <a:defRPr sz="2200">
        <a:latin typeface="+mj-lt"/>
        <a:ea typeface="+mj-ea"/>
        <a:cs typeface="+mj-cs"/>
        <a:sym typeface="Lucida Grande"/>
      </a:defRPr>
    </a:lvl5pPr>
    <a:lvl6pPr indent="1143000" defTabSz="584200" latinLnBrk="0">
      <a:defRPr sz="2200">
        <a:latin typeface="+mj-lt"/>
        <a:ea typeface="+mj-ea"/>
        <a:cs typeface="+mj-cs"/>
        <a:sym typeface="Lucida Grande"/>
      </a:defRPr>
    </a:lvl6pPr>
    <a:lvl7pPr indent="1371600" defTabSz="584200" latinLnBrk="0">
      <a:defRPr sz="2200">
        <a:latin typeface="+mj-lt"/>
        <a:ea typeface="+mj-ea"/>
        <a:cs typeface="+mj-cs"/>
        <a:sym typeface="Lucida Grande"/>
      </a:defRPr>
    </a:lvl7pPr>
    <a:lvl8pPr indent="1600200" defTabSz="584200" latinLnBrk="0">
      <a:defRPr sz="2200">
        <a:latin typeface="+mj-lt"/>
        <a:ea typeface="+mj-ea"/>
        <a:cs typeface="+mj-cs"/>
        <a:sym typeface="Lucida Grande"/>
      </a:defRPr>
    </a:lvl8pPr>
    <a:lvl9pPr indent="1828800" defTabSz="584200" latinLnBrk="0">
      <a:defRPr sz="2200">
        <a:latin typeface="+mj-lt"/>
        <a:ea typeface="+mj-ea"/>
        <a:cs typeface="+mj-cs"/>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amp; Photo">
    <p:spTree>
      <p:nvGrpSpPr>
        <p:cNvPr id="1" name=""/>
        <p:cNvGrpSpPr/>
        <p:nvPr/>
      </p:nvGrpSpPr>
      <p:grpSpPr>
        <a:xfrm>
          <a:off x="0" y="0"/>
          <a:ext cx="0" cy="0"/>
          <a:chOff x="0" y="0"/>
          <a:chExt cx="0" cy="0"/>
        </a:xfrm>
      </p:grpSpPr>
      <p:sp>
        <p:nvSpPr>
          <p:cNvPr id="14" name="Shape 14"/>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5" name="Shape 15"/>
          <p:cNvSpPr>
            <a:spLocks noGrp="1"/>
          </p:cNvSpPr>
          <p:nvPr>
            <p:ph type="pic" sz="half" idx="13"/>
          </p:nvPr>
        </p:nvSpPr>
        <p:spPr>
          <a:xfrm>
            <a:off x="2603500" y="4203700"/>
            <a:ext cx="7239000" cy="3771900"/>
          </a:xfrm>
          <a:prstGeom prst="rect">
            <a:avLst/>
          </a:prstGeom>
          <a:ln w="25400">
            <a:solidFill>
              <a:srgbClr val="DDC799"/>
            </a:solidFill>
          </a:ln>
        </p:spPr>
        <p:txBody>
          <a:bodyPr lIns="91439" tIns="45719" rIns="91439" bIns="45719">
            <a:noAutofit/>
          </a:bodyPr>
          <a:lstStyle/>
          <a:p>
            <a:endParaRPr/>
          </a:p>
        </p:txBody>
      </p:sp>
      <p:sp>
        <p:nvSpPr>
          <p:cNvPr id="16" name="Shape 16"/>
          <p:cNvSpPr>
            <a:spLocks noGrp="1"/>
          </p:cNvSpPr>
          <p:nvPr>
            <p:ph type="body" sz="quarter" idx="1"/>
          </p:nvPr>
        </p:nvSpPr>
        <p:spPr>
          <a:xfrm>
            <a:off x="2527300" y="3251200"/>
            <a:ext cx="7683500" cy="482600"/>
          </a:xfrm>
          <a:prstGeom prst="rect">
            <a:avLst/>
          </a:prstGeom>
          <a:ln>
            <a:noFill/>
          </a:ln>
        </p:spPr>
        <p:txBody>
          <a:bodyPr anchor="ctr"/>
          <a:lstStyle>
            <a:lvl1pPr marL="0" indent="0">
              <a:spcBef>
                <a:spcPts val="1000"/>
              </a:spcBef>
              <a:buSzTx/>
              <a:buNone/>
              <a:defRPr sz="1200">
                <a:latin typeface="Helvetica Neue Medium"/>
                <a:ea typeface="Helvetica Neue Medium"/>
                <a:cs typeface="Helvetica Neue Medium"/>
                <a:sym typeface="Helvetica Neue Medium"/>
              </a:defRPr>
            </a:lvl1pPr>
          </a:lstStyle>
          <a:p>
            <a:r>
              <a:t>Lorem ipsum dolor sit amet, consectetuer adipiscing elit, sed diam nonummy nibh euismod tincidunt ut laoreet dolore magna aliquam erat volutpat. Ut wisi enim ad minim veniam, quis nostrud exerci tation</a:t>
            </a:r>
          </a:p>
        </p:txBody>
      </p:sp>
      <p:sp>
        <p:nvSpPr>
          <p:cNvPr id="17" name="Shape 17"/>
          <p:cNvSpPr>
            <a:spLocks noGrp="1"/>
          </p:cNvSpPr>
          <p:nvPr>
            <p:ph type="title"/>
          </p:nvPr>
        </p:nvSpPr>
        <p:spPr>
          <a:xfrm>
            <a:off x="2501900" y="1727200"/>
            <a:ext cx="7988300" cy="1511300"/>
          </a:xfrm>
          <a:prstGeom prst="rect">
            <a:avLst/>
          </a:prstGeom>
        </p:spPr>
        <p:txBody>
          <a:bodyPr anchor="b"/>
          <a:lstStyle>
            <a:lvl1pPr>
              <a:defRPr sz="8400">
                <a:latin typeface="Impact"/>
                <a:ea typeface="Impact"/>
                <a:cs typeface="Impact"/>
                <a:sym typeface="Impact"/>
              </a:defRPr>
            </a:lvl1pPr>
          </a:lstStyle>
          <a:p>
            <a:r>
              <a:t>제목 텍스트</a:t>
            </a:r>
          </a:p>
        </p:txBody>
      </p:sp>
      <p:sp>
        <p:nvSpPr>
          <p:cNvPr id="18" name="Shape 1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25" name="Shape 25"/>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26" name="Shape 26"/>
          <p:cNvSpPr>
            <a:spLocks noGrp="1"/>
          </p:cNvSpPr>
          <p:nvPr>
            <p:ph type="body" sz="quarter" idx="1"/>
          </p:nvPr>
        </p:nvSpPr>
        <p:spPr>
          <a:xfrm>
            <a:off x="1295400" y="3848100"/>
            <a:ext cx="7683500" cy="482600"/>
          </a:xfrm>
          <a:prstGeom prst="rect">
            <a:avLst/>
          </a:prstGeom>
          <a:ln>
            <a:noFill/>
          </a:ln>
        </p:spPr>
        <p:txBody>
          <a:bodyPr anchor="ctr"/>
          <a:lstStyle>
            <a:lvl1pPr marL="0" indent="0">
              <a:spcBef>
                <a:spcPts val="1000"/>
              </a:spcBef>
              <a:buSzTx/>
              <a:buNone/>
              <a:defRPr sz="1200">
                <a:latin typeface="Helvetica Neue Medium"/>
                <a:ea typeface="Helvetica Neue Medium"/>
                <a:cs typeface="Helvetica Neue Medium"/>
                <a:sym typeface="Helvetica Neue Medium"/>
              </a:defRPr>
            </a:lvl1pPr>
          </a:lstStyle>
          <a:p>
            <a:r>
              <a:t>Lorem ipsum dolor sit amet, consectetuer adipiscing elit, sed diam nonummy nibh euismod tincidunt ut laoreet dolore magna aliquam erat volutpat. Ut wisi enim ad minim veniam, quis nostrud exerci tation</a:t>
            </a:r>
          </a:p>
        </p:txBody>
      </p:sp>
      <p:sp>
        <p:nvSpPr>
          <p:cNvPr id="27" name="Shape 27"/>
          <p:cNvSpPr>
            <a:spLocks noGrp="1"/>
          </p:cNvSpPr>
          <p:nvPr>
            <p:ph type="title"/>
          </p:nvPr>
        </p:nvSpPr>
        <p:spPr>
          <a:xfrm>
            <a:off x="1270000" y="2324100"/>
            <a:ext cx="7988300" cy="1511300"/>
          </a:xfrm>
          <a:prstGeom prst="rect">
            <a:avLst/>
          </a:prstGeom>
        </p:spPr>
        <p:txBody>
          <a:bodyPr anchor="b"/>
          <a:lstStyle>
            <a:lvl1pPr>
              <a:defRPr sz="8400">
                <a:latin typeface="Impact"/>
                <a:ea typeface="Impact"/>
                <a:cs typeface="Impact"/>
                <a:sym typeface="Impact"/>
              </a:defRPr>
            </a:lvl1pPr>
          </a:lstStyle>
          <a:p>
            <a:r>
              <a:t>제목 텍스트</a:t>
            </a:r>
          </a:p>
        </p:txBody>
      </p:sp>
      <p:sp>
        <p:nvSpPr>
          <p:cNvPr id="28" name="Shape 28"/>
          <p:cNvSpPr>
            <a:spLocks noGrp="1"/>
          </p:cNvSpPr>
          <p:nvPr>
            <p:ph type="body" sz="half" idx="13"/>
          </p:nvPr>
        </p:nvSpPr>
        <p:spPr>
          <a:xfrm>
            <a:off x="1333500" y="5029200"/>
            <a:ext cx="10414000" cy="2908300"/>
          </a:xfrm>
          <a:prstGeom prst="rect">
            <a:avLst/>
          </a:prstGeom>
        </p:spPr>
        <p:txBody>
          <a:bodyPr/>
          <a:lstStyle/>
          <a:p>
            <a:pPr marL="0" indent="0">
              <a:spcBef>
                <a:spcPts val="0"/>
              </a:spcBef>
              <a:buSzTx/>
              <a:buNone/>
              <a:defRPr sz="3600">
                <a:latin typeface="Helvetica Neue Medium"/>
                <a:ea typeface="Helvetica Neue Medium"/>
                <a:cs typeface="Helvetica Neue Medium"/>
                <a:sym typeface="Helvetica Neue Medium"/>
              </a:defRPr>
            </a:pPr>
            <a:endParaRPr/>
          </a:p>
        </p:txBody>
      </p:sp>
      <p:sp>
        <p:nvSpPr>
          <p:cNvPr id="29" name="Shape 2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ntent#1">
    <p:spTree>
      <p:nvGrpSpPr>
        <p:cNvPr id="1" name=""/>
        <p:cNvGrpSpPr/>
        <p:nvPr/>
      </p:nvGrpSpPr>
      <p:grpSpPr>
        <a:xfrm>
          <a:off x="0" y="0"/>
          <a:ext cx="0" cy="0"/>
          <a:chOff x="0" y="0"/>
          <a:chExt cx="0" cy="0"/>
        </a:xfrm>
      </p:grpSpPr>
      <p:sp>
        <p:nvSpPr>
          <p:cNvPr id="36" name="Shape 36"/>
          <p:cNvSpPr>
            <a:spLocks noGrp="1"/>
          </p:cNvSpPr>
          <p:nvPr>
            <p:ph type="title"/>
          </p:nvPr>
        </p:nvSpPr>
        <p:spPr>
          <a:prstGeom prst="rect">
            <a:avLst/>
          </a:prstGeom>
        </p:spPr>
        <p:txBody>
          <a:bodyPr/>
          <a:lstStyle/>
          <a:p>
            <a:r>
              <a:t>제목 텍스트</a:t>
            </a:r>
          </a:p>
        </p:txBody>
      </p:sp>
      <p:sp>
        <p:nvSpPr>
          <p:cNvPr id="37" name="Shape 37"/>
          <p:cNvSpPr>
            <a:spLocks noGrp="1"/>
          </p:cNvSpPr>
          <p:nvPr>
            <p:ph type="body" idx="1"/>
          </p:nvPr>
        </p:nvSpPr>
        <p:spPr>
          <a:prstGeom prst="rect">
            <a:avLst/>
          </a:prstGeom>
        </p:spPr>
        <p:txBody>
          <a:bodyPr/>
          <a:lstStyle/>
          <a:p>
            <a:r>
              <a:t>본문 첫 번째 줄</a:t>
            </a:r>
          </a:p>
          <a:p>
            <a:pPr lvl="1"/>
            <a:r>
              <a:t>본문 두 번째 줄</a:t>
            </a:r>
          </a:p>
          <a:p>
            <a:pPr lvl="2"/>
            <a:r>
              <a:t>본문 세 번째 줄</a:t>
            </a:r>
          </a:p>
          <a:p>
            <a:pPr lvl="3"/>
            <a:r>
              <a:t>본문 네 번째 줄</a:t>
            </a:r>
          </a:p>
          <a:p>
            <a:pPr lvl="4"/>
            <a:r>
              <a:t>본문 다섯 번째 줄</a:t>
            </a:r>
          </a:p>
        </p:txBody>
      </p:sp>
      <p:sp>
        <p:nvSpPr>
          <p:cNvPr id="38" name="Shape 3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le &amp; Bullets - 2 Column">
    <p:spTree>
      <p:nvGrpSpPr>
        <p:cNvPr id="1" name=""/>
        <p:cNvGrpSpPr/>
        <p:nvPr/>
      </p:nvGrpSpPr>
      <p:grpSpPr>
        <a:xfrm>
          <a:off x="0" y="0"/>
          <a:ext cx="0" cy="0"/>
          <a:chOff x="0" y="0"/>
          <a:chExt cx="0" cy="0"/>
        </a:xfrm>
      </p:grpSpPr>
      <p:sp>
        <p:nvSpPr>
          <p:cNvPr id="45" name="Shape 45"/>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46" name="Shape 46"/>
          <p:cNvSpPr>
            <a:spLocks noGrp="1"/>
          </p:cNvSpPr>
          <p:nvPr>
            <p:ph type="body" sz="quarter" idx="1"/>
          </p:nvPr>
        </p:nvSpPr>
        <p:spPr>
          <a:xfrm>
            <a:off x="1371600" y="4102100"/>
            <a:ext cx="7683500" cy="482600"/>
          </a:xfrm>
          <a:prstGeom prst="rect">
            <a:avLst/>
          </a:prstGeom>
          <a:ln>
            <a:noFill/>
          </a:ln>
        </p:spPr>
        <p:txBody>
          <a:bodyPr anchor="ctr"/>
          <a:lstStyle>
            <a:lvl1pPr marL="0" indent="0">
              <a:spcBef>
                <a:spcPts val="1000"/>
              </a:spcBef>
              <a:buSzTx/>
              <a:buNone/>
              <a:defRPr sz="1200">
                <a:latin typeface="Helvetica Neue Medium"/>
                <a:ea typeface="Helvetica Neue Medium"/>
                <a:cs typeface="Helvetica Neue Medium"/>
                <a:sym typeface="Helvetica Neue Medium"/>
              </a:defRPr>
            </a:lvl1pPr>
          </a:lstStyle>
          <a:p>
            <a:r>
              <a:t>Lorem ipsum dolor sit amet, consectetuer adipiscing elit, sed diam nonummy nibh euismod tincidunt ut laoreet dolore magna aliquam erat volutpat. Ut wisi enim ad minim veniam, quis nostrud exerci tation</a:t>
            </a:r>
          </a:p>
        </p:txBody>
      </p:sp>
      <p:sp>
        <p:nvSpPr>
          <p:cNvPr id="47" name="Shape 47"/>
          <p:cNvSpPr>
            <a:spLocks noGrp="1"/>
          </p:cNvSpPr>
          <p:nvPr>
            <p:ph type="title"/>
          </p:nvPr>
        </p:nvSpPr>
        <p:spPr>
          <a:xfrm>
            <a:off x="1257300" y="2667000"/>
            <a:ext cx="7670800" cy="1282700"/>
          </a:xfrm>
          <a:prstGeom prst="rect">
            <a:avLst/>
          </a:prstGeom>
        </p:spPr>
        <p:txBody>
          <a:bodyPr/>
          <a:lstStyle>
            <a:lvl1pPr>
              <a:defRPr sz="8400">
                <a:latin typeface="Impact"/>
                <a:ea typeface="Impact"/>
                <a:cs typeface="Impact"/>
                <a:sym typeface="Impact"/>
              </a:defRPr>
            </a:lvl1pPr>
          </a:lstStyle>
          <a:p>
            <a:r>
              <a:t>제목 텍스트</a:t>
            </a:r>
          </a:p>
        </p:txBody>
      </p:sp>
      <p:sp>
        <p:nvSpPr>
          <p:cNvPr id="48" name="Shape 48"/>
          <p:cNvSpPr>
            <a:spLocks noGrp="1"/>
          </p:cNvSpPr>
          <p:nvPr>
            <p:ph type="body" sz="half" idx="13"/>
          </p:nvPr>
        </p:nvSpPr>
        <p:spPr>
          <a:xfrm>
            <a:off x="1257300" y="5562600"/>
            <a:ext cx="10464800" cy="3162300"/>
          </a:xfrm>
          <a:prstGeom prst="rect">
            <a:avLst/>
          </a:prstGeom>
        </p:spPr>
        <p:txBody>
          <a:bodyPr numCol="2" spcCol="520703"/>
          <a:lstStyle/>
          <a:p>
            <a:pPr marL="812120" indent="-494620">
              <a:spcBef>
                <a:spcPts val="3800"/>
              </a:spcBef>
              <a:defRPr sz="2800">
                <a:latin typeface="Helvetica Neue Medium"/>
                <a:ea typeface="Helvetica Neue Medium"/>
                <a:cs typeface="Helvetica Neue Medium"/>
                <a:sym typeface="Helvetica Neue Medium"/>
              </a:defRPr>
            </a:pPr>
            <a:endParaRP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Bullets">
    <p:spTree>
      <p:nvGrpSpPr>
        <p:cNvPr id="1" name=""/>
        <p:cNvGrpSpPr/>
        <p:nvPr/>
      </p:nvGrpSpPr>
      <p:grpSpPr>
        <a:xfrm>
          <a:off x="0" y="0"/>
          <a:ext cx="0" cy="0"/>
          <a:chOff x="0" y="0"/>
          <a:chExt cx="0" cy="0"/>
        </a:xfrm>
      </p:grpSpPr>
      <p:sp>
        <p:nvSpPr>
          <p:cNvPr id="56" name="Shape 56"/>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57" name="Shape 57"/>
          <p:cNvSpPr>
            <a:spLocks noGrp="1"/>
          </p:cNvSpPr>
          <p:nvPr>
            <p:ph type="body" idx="1"/>
          </p:nvPr>
        </p:nvSpPr>
        <p:spPr>
          <a:xfrm>
            <a:off x="1257300" y="1244600"/>
            <a:ext cx="7442200" cy="7213600"/>
          </a:xfrm>
          <a:prstGeom prst="rect">
            <a:avLst/>
          </a:prstGeom>
        </p:spPr>
        <p:txBody>
          <a:bodyPr anchor="ctr"/>
          <a:lstStyle>
            <a:lvl1pPr marL="889000" indent="-571500">
              <a:spcBef>
                <a:spcPts val="4800"/>
              </a:spcBef>
              <a:defRPr sz="4200">
                <a:latin typeface="Helvetica Neue Medium"/>
                <a:ea typeface="Helvetica Neue Medium"/>
                <a:cs typeface="Helvetica Neue Medium"/>
                <a:sym typeface="Helvetica Neue Medium"/>
              </a:defRPr>
            </a:lvl1pPr>
            <a:lvl2pPr marL="1333500" indent="-571500">
              <a:spcBef>
                <a:spcPts val="4800"/>
              </a:spcBef>
              <a:defRPr sz="4200">
                <a:latin typeface="Helvetica Neue Medium"/>
                <a:ea typeface="Helvetica Neue Medium"/>
                <a:cs typeface="Helvetica Neue Medium"/>
                <a:sym typeface="Helvetica Neue Medium"/>
              </a:defRPr>
            </a:lvl2pPr>
            <a:lvl3pPr marL="1778000" indent="-571500">
              <a:spcBef>
                <a:spcPts val="4800"/>
              </a:spcBef>
              <a:defRPr sz="4200">
                <a:latin typeface="Helvetica Neue Medium"/>
                <a:ea typeface="Helvetica Neue Medium"/>
                <a:cs typeface="Helvetica Neue Medium"/>
                <a:sym typeface="Helvetica Neue Medium"/>
              </a:defRPr>
            </a:lvl3pPr>
            <a:lvl4pPr marL="2222500" indent="-571500">
              <a:spcBef>
                <a:spcPts val="4800"/>
              </a:spcBef>
              <a:defRPr sz="4200">
                <a:latin typeface="Helvetica Neue Medium"/>
                <a:ea typeface="Helvetica Neue Medium"/>
                <a:cs typeface="Helvetica Neue Medium"/>
                <a:sym typeface="Helvetica Neue Medium"/>
              </a:defRPr>
            </a:lvl4pPr>
            <a:lvl5pPr marL="2667000" indent="-571500">
              <a:spcBef>
                <a:spcPts val="4800"/>
              </a:spcBef>
              <a:defRPr sz="4200">
                <a:latin typeface="Helvetica Neue Medium"/>
                <a:ea typeface="Helvetica Neue Medium"/>
                <a:cs typeface="Helvetica Neue Medium"/>
                <a:sym typeface="Helvetica Neue Medium"/>
              </a:defRPr>
            </a:lvl5pPr>
          </a:lstStyle>
          <a:p>
            <a:r>
              <a:t>본문 첫 번째 줄</a:t>
            </a:r>
          </a:p>
          <a:p>
            <a:pPr lvl="1"/>
            <a:r>
              <a:t>본문 두 번째 줄</a:t>
            </a:r>
          </a:p>
          <a:p>
            <a:pPr lvl="2"/>
            <a:r>
              <a:t>본문 세 번째 줄</a:t>
            </a:r>
          </a:p>
          <a:p>
            <a:pPr lvl="3"/>
            <a:r>
              <a:t>본문 네 번째 줄</a:t>
            </a:r>
          </a:p>
          <a:p>
            <a:pPr lvl="4"/>
            <a:r>
              <a:t>본문 다섯 번째 줄</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65" name="Shape 6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Blank 2">
    <p:spTree>
      <p:nvGrpSpPr>
        <p:cNvPr id="1" name=""/>
        <p:cNvGrpSpPr/>
        <p:nvPr/>
      </p:nvGrpSpPr>
      <p:grpSpPr>
        <a:xfrm>
          <a:off x="0" y="0"/>
          <a:ext cx="0" cy="0"/>
          <a:chOff x="0" y="0"/>
          <a:chExt cx="0" cy="0"/>
        </a:xfrm>
      </p:grpSpPr>
      <p:sp>
        <p:nvSpPr>
          <p:cNvPr id="72" name="Shape 72"/>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73" name="Shape 7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ntents">
    <p:spTree>
      <p:nvGrpSpPr>
        <p:cNvPr id="1" name=""/>
        <p:cNvGrpSpPr/>
        <p:nvPr/>
      </p:nvGrpSpPr>
      <p:grpSpPr>
        <a:xfrm>
          <a:off x="0" y="0"/>
          <a:ext cx="0" cy="0"/>
          <a:chOff x="0" y="0"/>
          <a:chExt cx="0" cy="0"/>
        </a:xfrm>
      </p:grpSpPr>
      <p:sp>
        <p:nvSpPr>
          <p:cNvPr id="80" name="Shape 80"/>
          <p:cNvSpPr/>
          <p:nvPr/>
        </p:nvSpPr>
        <p:spPr>
          <a:xfrm>
            <a:off x="723900" y="660400"/>
            <a:ext cx="11620500" cy="34798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81" name="Shape 81"/>
          <p:cNvSpPr>
            <a:spLocks noGrp="1"/>
          </p:cNvSpPr>
          <p:nvPr>
            <p:ph type="title"/>
          </p:nvPr>
        </p:nvSpPr>
        <p:spPr>
          <a:xfrm>
            <a:off x="1308100" y="1054100"/>
            <a:ext cx="7912100" cy="1651000"/>
          </a:xfrm>
          <a:prstGeom prst="rect">
            <a:avLst/>
          </a:prstGeom>
        </p:spPr>
        <p:txBody>
          <a:bodyPr/>
          <a:lstStyle>
            <a:lvl1pPr>
              <a:defRPr sz="8400">
                <a:latin typeface="Impact"/>
                <a:ea typeface="Impact"/>
                <a:cs typeface="Impact"/>
                <a:sym typeface="Impact"/>
              </a:defRPr>
            </a:lvl1pPr>
          </a:lstStyle>
          <a:p>
            <a:r>
              <a:t>제목 텍스트</a:t>
            </a:r>
          </a:p>
        </p:txBody>
      </p:sp>
      <p:sp>
        <p:nvSpPr>
          <p:cNvPr id="82" name="Shape 82"/>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89" name="Shape 89"/>
          <p:cNvSpPr/>
          <p:nvPr/>
        </p:nvSpPr>
        <p:spPr>
          <a:xfrm>
            <a:off x="1136650" y="3079750"/>
            <a:ext cx="10922000" cy="35941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90" name="Shape 90"/>
          <p:cNvSpPr>
            <a:spLocks noGrp="1"/>
          </p:cNvSpPr>
          <p:nvPr>
            <p:ph type="title"/>
          </p:nvPr>
        </p:nvSpPr>
        <p:spPr>
          <a:xfrm>
            <a:off x="1206500" y="4057650"/>
            <a:ext cx="10782300" cy="1638300"/>
          </a:xfrm>
          <a:prstGeom prst="rect">
            <a:avLst/>
          </a:prstGeom>
        </p:spPr>
        <p:txBody>
          <a:bodyPr/>
          <a:lstStyle>
            <a:lvl1pPr algn="ctr">
              <a:defRPr sz="7000">
                <a:latin typeface="Impact"/>
                <a:ea typeface="Impact"/>
                <a:cs typeface="Impact"/>
                <a:sym typeface="Impact"/>
              </a:defRPr>
            </a:lvl1pPr>
          </a:lstStyle>
          <a:p>
            <a:r>
              <a:t>제목 텍스트</a:t>
            </a:r>
          </a:p>
        </p:txBody>
      </p:sp>
      <p:sp>
        <p:nvSpPr>
          <p:cNvPr id="91" name="Shape 9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amp; Logo">
    <p:spTree>
      <p:nvGrpSpPr>
        <p:cNvPr id="1" name=""/>
        <p:cNvGrpSpPr/>
        <p:nvPr/>
      </p:nvGrpSpPr>
      <p:grpSpPr>
        <a:xfrm>
          <a:off x="0" y="0"/>
          <a:ext cx="0" cy="0"/>
          <a:chOff x="0" y="0"/>
          <a:chExt cx="0" cy="0"/>
        </a:xfrm>
      </p:grpSpPr>
      <p:sp>
        <p:nvSpPr>
          <p:cNvPr id="98" name="Shape 98"/>
          <p:cNvSpPr/>
          <p:nvPr/>
        </p:nvSpPr>
        <p:spPr>
          <a:xfrm>
            <a:off x="685800" y="4953000"/>
            <a:ext cx="11620500" cy="42164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99" name="Shape 99"/>
          <p:cNvSpPr>
            <a:spLocks noGrp="1"/>
          </p:cNvSpPr>
          <p:nvPr>
            <p:ph type="body" sz="quarter" idx="1"/>
          </p:nvPr>
        </p:nvSpPr>
        <p:spPr>
          <a:xfrm>
            <a:off x="1536700" y="8140700"/>
            <a:ext cx="9931400" cy="482600"/>
          </a:xfrm>
          <a:prstGeom prst="rect">
            <a:avLst/>
          </a:prstGeom>
          <a:ln>
            <a:noFill/>
          </a:ln>
        </p:spPr>
        <p:txBody>
          <a:bodyPr anchor="ctr"/>
          <a:lstStyle>
            <a:lvl1pPr marL="0" indent="0" algn="r">
              <a:spcBef>
                <a:spcPts val="1000"/>
              </a:spcBef>
              <a:buSzTx/>
              <a:buNone/>
              <a:defRPr sz="1200">
                <a:latin typeface="Helvetica Neue Medium"/>
                <a:ea typeface="Helvetica Neue Medium"/>
                <a:cs typeface="Helvetica Neue Medium"/>
                <a:sym typeface="Helvetica Neue Medium"/>
              </a:defRPr>
            </a:lvl1pPr>
          </a:lstStyle>
          <a:p>
            <a:r>
              <a:t>Lorem ipsum dolor sit amet, consectetuer adipiscing elit, sed diam nonummy nibh euismod tincidunt ut laoreet dolore magna aliquam erat volutpat. Ut wisi enim ad minim veniam, quis nostrud exerci tation</a:t>
            </a:r>
          </a:p>
        </p:txBody>
      </p:sp>
      <p:sp>
        <p:nvSpPr>
          <p:cNvPr id="100" name="Shape 100"/>
          <p:cNvSpPr>
            <a:spLocks noGrp="1"/>
          </p:cNvSpPr>
          <p:nvPr>
            <p:ph type="title"/>
          </p:nvPr>
        </p:nvSpPr>
        <p:spPr>
          <a:xfrm>
            <a:off x="1346200" y="6565900"/>
            <a:ext cx="10299700" cy="1231900"/>
          </a:xfrm>
          <a:prstGeom prst="rect">
            <a:avLst/>
          </a:prstGeom>
        </p:spPr>
        <p:txBody>
          <a:bodyPr/>
          <a:lstStyle>
            <a:lvl1pPr algn="r">
              <a:defRPr sz="8400">
                <a:latin typeface="Impact"/>
                <a:ea typeface="Impact"/>
                <a:cs typeface="Impact"/>
                <a:sym typeface="Impact"/>
              </a:defRPr>
            </a:lvl1pPr>
          </a:lstStyle>
          <a:p>
            <a:r>
              <a:t>제목 텍스트</a:t>
            </a:r>
          </a:p>
        </p:txBody>
      </p:sp>
      <p:sp>
        <p:nvSpPr>
          <p:cNvPr id="101" name="Shape 10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Photo - Large">
    <p:spTree>
      <p:nvGrpSpPr>
        <p:cNvPr id="1" name=""/>
        <p:cNvGrpSpPr/>
        <p:nvPr/>
      </p:nvGrpSpPr>
      <p:grpSpPr>
        <a:xfrm>
          <a:off x="0" y="0"/>
          <a:ext cx="0" cy="0"/>
          <a:chOff x="0" y="0"/>
          <a:chExt cx="0" cy="0"/>
        </a:xfrm>
      </p:grpSpPr>
      <p:sp>
        <p:nvSpPr>
          <p:cNvPr id="108" name="Shape 108"/>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09" name="Shape 109"/>
          <p:cNvSpPr>
            <a:spLocks noGrp="1"/>
          </p:cNvSpPr>
          <p:nvPr>
            <p:ph type="body" sz="quarter" idx="1"/>
          </p:nvPr>
        </p:nvSpPr>
        <p:spPr>
          <a:xfrm>
            <a:off x="8496300" y="7689850"/>
            <a:ext cx="3429000" cy="1054100"/>
          </a:xfrm>
          <a:prstGeom prst="rect">
            <a:avLst/>
          </a:prstGeom>
          <a:ln>
            <a:noFill/>
          </a:ln>
        </p:spPr>
        <p:txBody>
          <a:bodyPr anchor="ctr"/>
          <a:lstStyle>
            <a:lvl1pPr marL="0" indent="0" algn="r">
              <a:spcBef>
                <a:spcPts val="1000"/>
              </a:spcBef>
              <a:buSzTx/>
              <a:buNone/>
              <a:defRPr sz="1200">
                <a:latin typeface="Helvetica Neue Medium"/>
                <a:ea typeface="Helvetica Neue Medium"/>
                <a:cs typeface="Helvetica Neue Medium"/>
                <a:sym typeface="Helvetica Neue Medium"/>
              </a:defRPr>
            </a:lvl1pPr>
          </a:lstStyle>
          <a:p>
            <a:r>
              <a:t>Lorem ipsum dolor sit amet, consectetuer adipiscing elit, sed diam nonummy nibh euismod tincidunt ut laoreet dolore magna aliquam erat volutpat. Ut wisi enim ad minim veniam, quis nostrud exerci tation</a:t>
            </a:r>
          </a:p>
        </p:txBody>
      </p:sp>
      <p:sp>
        <p:nvSpPr>
          <p:cNvPr id="110" name="Shape 110"/>
          <p:cNvSpPr>
            <a:spLocks noGrp="1"/>
          </p:cNvSpPr>
          <p:nvPr>
            <p:ph type="pic" idx="13"/>
          </p:nvPr>
        </p:nvSpPr>
        <p:spPr>
          <a:xfrm>
            <a:off x="1092200" y="1003300"/>
            <a:ext cx="7239000" cy="7734300"/>
          </a:xfrm>
          <a:prstGeom prst="rect">
            <a:avLst/>
          </a:prstGeom>
          <a:ln w="25400">
            <a:solidFill>
              <a:srgbClr val="DDC799"/>
            </a:solidFill>
          </a:ln>
        </p:spPr>
        <p:txBody>
          <a:bodyPr lIns="91439" tIns="45719" rIns="91439" bIns="45719">
            <a:noAutofit/>
          </a:bodyPr>
          <a:lstStyle/>
          <a:p>
            <a:endParaRPr/>
          </a:p>
        </p:txBody>
      </p:sp>
      <p:sp>
        <p:nvSpPr>
          <p:cNvPr id="111" name="Shape 111"/>
          <p:cNvSpPr>
            <a:spLocks noGrp="1"/>
          </p:cNvSpPr>
          <p:nvPr>
            <p:ph type="title"/>
          </p:nvPr>
        </p:nvSpPr>
        <p:spPr>
          <a:xfrm>
            <a:off x="8547100" y="6515100"/>
            <a:ext cx="3416300" cy="838200"/>
          </a:xfrm>
          <a:prstGeom prst="rect">
            <a:avLst/>
          </a:prstGeom>
        </p:spPr>
        <p:txBody>
          <a:bodyPr/>
          <a:lstStyle>
            <a:lvl1pPr algn="r">
              <a:defRPr sz="4800">
                <a:latin typeface="Impact"/>
                <a:ea typeface="Impact"/>
                <a:cs typeface="Impact"/>
                <a:sym typeface="Impact"/>
              </a:defRPr>
            </a:lvl1pPr>
          </a:lstStyle>
          <a:p>
            <a:r>
              <a:t>제목 텍스트</a:t>
            </a:r>
          </a:p>
        </p:txBody>
      </p:sp>
      <p:sp>
        <p:nvSpPr>
          <p:cNvPr id="112" name="Shape 112"/>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itle &amp; Photo">
    <p:spTree>
      <p:nvGrpSpPr>
        <p:cNvPr id="1" name=""/>
        <p:cNvGrpSpPr/>
        <p:nvPr/>
      </p:nvGrpSpPr>
      <p:grpSpPr>
        <a:xfrm>
          <a:off x="0" y="0"/>
          <a:ext cx="0" cy="0"/>
          <a:chOff x="0" y="0"/>
          <a:chExt cx="0" cy="0"/>
        </a:xfrm>
      </p:grpSpPr>
      <p:sp>
        <p:nvSpPr>
          <p:cNvPr id="119" name="Shape 119"/>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20" name="Shape 120"/>
          <p:cNvSpPr>
            <a:spLocks noGrp="1"/>
          </p:cNvSpPr>
          <p:nvPr>
            <p:ph type="body" sz="quarter" idx="1"/>
          </p:nvPr>
        </p:nvSpPr>
        <p:spPr>
          <a:xfrm>
            <a:off x="2755900" y="3378200"/>
            <a:ext cx="7683500" cy="482600"/>
          </a:xfrm>
          <a:prstGeom prst="rect">
            <a:avLst/>
          </a:prstGeom>
          <a:ln>
            <a:noFill/>
          </a:ln>
        </p:spPr>
        <p:txBody>
          <a:bodyPr anchor="ctr"/>
          <a:lstStyle>
            <a:lvl1pPr marL="0" indent="0">
              <a:spcBef>
                <a:spcPts val="1000"/>
              </a:spcBef>
              <a:buSzTx/>
              <a:buNone/>
              <a:defRPr sz="1200">
                <a:latin typeface="Helvetica Neue Medium"/>
                <a:ea typeface="Helvetica Neue Medium"/>
                <a:cs typeface="Helvetica Neue Medium"/>
                <a:sym typeface="Helvetica Neue Medium"/>
              </a:defRPr>
            </a:lvl1pPr>
          </a:lstStyle>
          <a:p>
            <a:r>
              <a:t>Lorem ipsum dolor sit amet, consectetuer adipiscing elit, sed diam nonummy nibh euismod tincidunt ut laoreet dolore magna aliquam erat volutpat. Ut wisi enim ad minim veniam, quis nostrud exerci tation</a:t>
            </a:r>
          </a:p>
        </p:txBody>
      </p:sp>
      <p:sp>
        <p:nvSpPr>
          <p:cNvPr id="121" name="Shape 121"/>
          <p:cNvSpPr>
            <a:spLocks noGrp="1"/>
          </p:cNvSpPr>
          <p:nvPr>
            <p:ph type="pic" sz="half" idx="13"/>
          </p:nvPr>
        </p:nvSpPr>
        <p:spPr>
          <a:xfrm>
            <a:off x="2768600" y="4330700"/>
            <a:ext cx="7239000" cy="3771900"/>
          </a:xfrm>
          <a:prstGeom prst="rect">
            <a:avLst/>
          </a:prstGeom>
          <a:ln w="25400">
            <a:solidFill>
              <a:srgbClr val="DDC799"/>
            </a:solidFill>
          </a:ln>
        </p:spPr>
        <p:txBody>
          <a:bodyPr lIns="91439" tIns="45719" rIns="91439" bIns="45719">
            <a:noAutofit/>
          </a:bodyPr>
          <a:lstStyle/>
          <a:p>
            <a:endParaRPr/>
          </a:p>
        </p:txBody>
      </p:sp>
      <p:sp>
        <p:nvSpPr>
          <p:cNvPr id="122" name="Shape 122"/>
          <p:cNvSpPr>
            <a:spLocks noGrp="1"/>
          </p:cNvSpPr>
          <p:nvPr>
            <p:ph type="title"/>
          </p:nvPr>
        </p:nvSpPr>
        <p:spPr>
          <a:xfrm>
            <a:off x="2755900" y="1638300"/>
            <a:ext cx="7251700" cy="1435100"/>
          </a:xfrm>
          <a:prstGeom prst="rect">
            <a:avLst/>
          </a:prstGeom>
        </p:spPr>
        <p:txBody>
          <a:bodyPr/>
          <a:lstStyle>
            <a:lvl1pPr>
              <a:defRPr sz="9600">
                <a:latin typeface="Impact"/>
                <a:ea typeface="Impact"/>
                <a:cs typeface="Impact"/>
                <a:sym typeface="Impact"/>
              </a:defRPr>
            </a:lvl1pPr>
          </a:lstStyle>
          <a:p>
            <a:r>
              <a:t>제목 텍스트</a:t>
            </a:r>
          </a:p>
        </p:txBody>
      </p:sp>
      <p:sp>
        <p:nvSpPr>
          <p:cNvPr id="123" name="Shape 1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mp; Photos - 2 Up">
    <p:spTree>
      <p:nvGrpSpPr>
        <p:cNvPr id="1" name=""/>
        <p:cNvGrpSpPr/>
        <p:nvPr/>
      </p:nvGrpSpPr>
      <p:grpSpPr>
        <a:xfrm>
          <a:off x="0" y="0"/>
          <a:ext cx="0" cy="0"/>
          <a:chOff x="0" y="0"/>
          <a:chExt cx="0" cy="0"/>
        </a:xfrm>
      </p:grpSpPr>
      <p:sp>
        <p:nvSpPr>
          <p:cNvPr id="130" name="Shape 130"/>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31" name="Shape 131"/>
          <p:cNvSpPr>
            <a:spLocks noGrp="1"/>
          </p:cNvSpPr>
          <p:nvPr>
            <p:ph type="body" sz="quarter" idx="1"/>
          </p:nvPr>
        </p:nvSpPr>
        <p:spPr>
          <a:xfrm>
            <a:off x="6273800" y="2889250"/>
            <a:ext cx="1993900" cy="1816100"/>
          </a:xfrm>
          <a:prstGeom prst="rect">
            <a:avLst/>
          </a:prstGeom>
          <a:ln>
            <a:noFill/>
          </a:ln>
        </p:spPr>
        <p:txBody>
          <a:bodyPr anchor="ctr"/>
          <a:lstStyle>
            <a:lvl1pPr marL="0" indent="0">
              <a:spcBef>
                <a:spcPts val="1000"/>
              </a:spcBef>
              <a:buSzTx/>
              <a:buNone/>
              <a:defRPr sz="1200">
                <a:latin typeface="Helvetica Neue Medium"/>
                <a:ea typeface="Helvetica Neue Medium"/>
                <a:cs typeface="Helvetica Neue Medium"/>
                <a:sym typeface="Helvetica Neue Medium"/>
              </a:defRPr>
            </a:lvl1pPr>
          </a:lstStyle>
          <a:p>
            <a:r>
              <a:t>Lorem ipsum dolor sit amet, consectetuer adipiscing elit, sed diam nonummy nibh euismod tincidunt ut laoreet dolore magna aliquam erat volutpat. Ut wisi enim ad minim veniam, quis nostrud exerci tation</a:t>
            </a:r>
          </a:p>
        </p:txBody>
      </p:sp>
      <p:sp>
        <p:nvSpPr>
          <p:cNvPr id="132" name="Shape 132"/>
          <p:cNvSpPr>
            <a:spLocks noGrp="1"/>
          </p:cNvSpPr>
          <p:nvPr>
            <p:ph type="pic" sz="half" idx="13"/>
          </p:nvPr>
        </p:nvSpPr>
        <p:spPr>
          <a:xfrm>
            <a:off x="1231900" y="2882900"/>
            <a:ext cx="4813300" cy="5715000"/>
          </a:xfrm>
          <a:prstGeom prst="rect">
            <a:avLst/>
          </a:prstGeom>
          <a:ln w="25400">
            <a:solidFill>
              <a:srgbClr val="DDC799"/>
            </a:solidFill>
          </a:ln>
        </p:spPr>
        <p:txBody>
          <a:bodyPr lIns="91439" tIns="45719" rIns="91439" bIns="45719">
            <a:noAutofit/>
          </a:bodyPr>
          <a:lstStyle/>
          <a:p>
            <a:endParaRPr/>
          </a:p>
        </p:txBody>
      </p:sp>
      <p:sp>
        <p:nvSpPr>
          <p:cNvPr id="133" name="Shape 133"/>
          <p:cNvSpPr>
            <a:spLocks noGrp="1"/>
          </p:cNvSpPr>
          <p:nvPr>
            <p:ph type="pic" sz="quarter" idx="14"/>
          </p:nvPr>
        </p:nvSpPr>
        <p:spPr>
          <a:xfrm>
            <a:off x="6273800" y="5117546"/>
            <a:ext cx="5486400" cy="3467102"/>
          </a:xfrm>
          <a:prstGeom prst="rect">
            <a:avLst/>
          </a:prstGeom>
          <a:ln w="25400">
            <a:solidFill>
              <a:srgbClr val="DDC799"/>
            </a:solidFill>
          </a:ln>
        </p:spPr>
        <p:txBody>
          <a:bodyPr lIns="91439" tIns="45719" rIns="91439" bIns="45719">
            <a:noAutofit/>
          </a:bodyPr>
          <a:lstStyle/>
          <a:p>
            <a:endParaRPr/>
          </a:p>
        </p:txBody>
      </p:sp>
      <p:sp>
        <p:nvSpPr>
          <p:cNvPr id="134" name="Shape 134"/>
          <p:cNvSpPr>
            <a:spLocks noGrp="1"/>
          </p:cNvSpPr>
          <p:nvPr>
            <p:ph type="title"/>
          </p:nvPr>
        </p:nvSpPr>
        <p:spPr>
          <a:xfrm>
            <a:off x="1219200" y="1117600"/>
            <a:ext cx="7708900" cy="1435100"/>
          </a:xfrm>
          <a:prstGeom prst="rect">
            <a:avLst/>
          </a:prstGeom>
        </p:spPr>
        <p:txBody>
          <a:bodyPr/>
          <a:lstStyle>
            <a:lvl1pPr>
              <a:defRPr sz="9600">
                <a:latin typeface="Impact"/>
                <a:ea typeface="Impact"/>
                <a:cs typeface="Impact"/>
                <a:sym typeface="Impact"/>
              </a:defRPr>
            </a:lvl1pPr>
          </a:lstStyle>
          <a:p>
            <a:r>
              <a:t>제목 텍스트</a:t>
            </a:r>
          </a:p>
        </p:txBody>
      </p:sp>
      <p:sp>
        <p:nvSpPr>
          <p:cNvPr id="135" name="Shape 13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Photo - Vertical">
    <p:spTree>
      <p:nvGrpSpPr>
        <p:cNvPr id="1" name=""/>
        <p:cNvGrpSpPr/>
        <p:nvPr/>
      </p:nvGrpSpPr>
      <p:grpSpPr>
        <a:xfrm>
          <a:off x="0" y="0"/>
          <a:ext cx="0" cy="0"/>
          <a:chOff x="0" y="0"/>
          <a:chExt cx="0" cy="0"/>
        </a:xfrm>
      </p:grpSpPr>
      <p:sp>
        <p:nvSpPr>
          <p:cNvPr id="142" name="Shape 142"/>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43" name="Shape 143"/>
          <p:cNvSpPr>
            <a:spLocks noGrp="1"/>
          </p:cNvSpPr>
          <p:nvPr>
            <p:ph type="pic" sz="half" idx="13"/>
          </p:nvPr>
        </p:nvSpPr>
        <p:spPr>
          <a:xfrm>
            <a:off x="6375400" y="1091645"/>
            <a:ext cx="5486400" cy="7569202"/>
          </a:xfrm>
          <a:prstGeom prst="rect">
            <a:avLst/>
          </a:prstGeom>
          <a:ln w="25400">
            <a:solidFill>
              <a:srgbClr val="DDC799"/>
            </a:solidFill>
          </a:ln>
        </p:spPr>
        <p:txBody>
          <a:bodyPr lIns="91439" tIns="45719" rIns="91439" bIns="45719">
            <a:noAutofit/>
          </a:bodyPr>
          <a:lstStyle/>
          <a:p>
            <a:endParaRPr/>
          </a:p>
        </p:txBody>
      </p:sp>
      <p:sp>
        <p:nvSpPr>
          <p:cNvPr id="144" name="Shape 144"/>
          <p:cNvSpPr>
            <a:spLocks noGrp="1"/>
          </p:cNvSpPr>
          <p:nvPr>
            <p:ph type="title"/>
          </p:nvPr>
        </p:nvSpPr>
        <p:spPr>
          <a:xfrm>
            <a:off x="1219200" y="4673600"/>
            <a:ext cx="4965700" cy="1168400"/>
          </a:xfrm>
          <a:prstGeom prst="rect">
            <a:avLst/>
          </a:prstGeom>
        </p:spPr>
        <p:txBody>
          <a:bodyPr anchor="b"/>
          <a:lstStyle>
            <a:lvl1pPr>
              <a:defRPr sz="7000">
                <a:latin typeface="Impact"/>
                <a:ea typeface="Impact"/>
                <a:cs typeface="Impact"/>
                <a:sym typeface="Impact"/>
              </a:defRPr>
            </a:lvl1pPr>
          </a:lstStyle>
          <a:p>
            <a:r>
              <a:t>제목 텍스트</a:t>
            </a:r>
          </a:p>
        </p:txBody>
      </p:sp>
      <p:sp>
        <p:nvSpPr>
          <p:cNvPr id="145" name="Shape 145"/>
          <p:cNvSpPr>
            <a:spLocks noGrp="1"/>
          </p:cNvSpPr>
          <p:nvPr>
            <p:ph type="body" sz="quarter" idx="1"/>
          </p:nvPr>
        </p:nvSpPr>
        <p:spPr>
          <a:xfrm>
            <a:off x="1219200" y="5880100"/>
            <a:ext cx="4965700" cy="2768600"/>
          </a:xfrm>
          <a:prstGeom prst="rect">
            <a:avLst/>
          </a:prstGeom>
        </p:spPr>
        <p:txBody>
          <a:bodyPr/>
          <a:lstStyle>
            <a:lvl1pPr marL="0" indent="0">
              <a:spcBef>
                <a:spcPts val="0"/>
              </a:spcBef>
              <a:buSzTx/>
              <a:buNone/>
              <a:defRPr sz="2800">
                <a:latin typeface="Helvetica Neue Medium"/>
                <a:ea typeface="Helvetica Neue Medium"/>
                <a:cs typeface="Helvetica Neue Medium"/>
                <a:sym typeface="Helvetica Neue Medium"/>
              </a:defRPr>
            </a:lvl1pPr>
            <a:lvl2pPr marL="0" indent="0">
              <a:spcBef>
                <a:spcPts val="0"/>
              </a:spcBef>
              <a:buSzTx/>
              <a:buNone/>
              <a:defRPr sz="2800">
                <a:latin typeface="Helvetica Neue Medium"/>
                <a:ea typeface="Helvetica Neue Medium"/>
                <a:cs typeface="Helvetica Neue Medium"/>
                <a:sym typeface="Helvetica Neue Medium"/>
              </a:defRPr>
            </a:lvl2pPr>
            <a:lvl3pPr marL="0" indent="0">
              <a:spcBef>
                <a:spcPts val="0"/>
              </a:spcBef>
              <a:buSzTx/>
              <a:buNone/>
              <a:defRPr sz="2800">
                <a:latin typeface="Helvetica Neue Medium"/>
                <a:ea typeface="Helvetica Neue Medium"/>
                <a:cs typeface="Helvetica Neue Medium"/>
                <a:sym typeface="Helvetica Neue Medium"/>
              </a:defRPr>
            </a:lvl3pPr>
            <a:lvl4pPr marL="0" indent="0">
              <a:spcBef>
                <a:spcPts val="0"/>
              </a:spcBef>
              <a:buSzTx/>
              <a:buNone/>
              <a:defRPr sz="2800">
                <a:latin typeface="Helvetica Neue Medium"/>
                <a:ea typeface="Helvetica Neue Medium"/>
                <a:cs typeface="Helvetica Neue Medium"/>
                <a:sym typeface="Helvetica Neue Medium"/>
              </a:defRPr>
            </a:lvl4pPr>
            <a:lvl5pPr marL="0" indent="0">
              <a:spcBef>
                <a:spcPts val="0"/>
              </a:spcBef>
              <a:buSzTx/>
              <a:buNone/>
              <a:defRPr sz="2800">
                <a:latin typeface="Helvetica Neue Medium"/>
                <a:ea typeface="Helvetica Neue Medium"/>
                <a:cs typeface="Helvetica Neue Medium"/>
                <a:sym typeface="Helvetica Neue Medium"/>
              </a:defRPr>
            </a:lvl5pPr>
          </a:lstStyle>
          <a:p>
            <a:r>
              <a:t>본문 첫 번째 줄</a:t>
            </a:r>
          </a:p>
          <a:p>
            <a:pPr lvl="1"/>
            <a:r>
              <a:t>본문 두 번째 줄</a:t>
            </a:r>
          </a:p>
          <a:p>
            <a:pPr lvl="2"/>
            <a:r>
              <a:t>본문 세 번째 줄</a:t>
            </a:r>
          </a:p>
          <a:p>
            <a:pPr lvl="3"/>
            <a:r>
              <a:t>본문 네 번째 줄</a:t>
            </a:r>
          </a:p>
          <a:p>
            <a:pPr lvl="4"/>
            <a:r>
              <a:t>본문 다섯 번째 줄</a:t>
            </a:r>
          </a:p>
        </p:txBody>
      </p:sp>
      <p:sp>
        <p:nvSpPr>
          <p:cNvPr id="146" name="Shape 14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Photos - 3 Up">
    <p:spTree>
      <p:nvGrpSpPr>
        <p:cNvPr id="1" name=""/>
        <p:cNvGrpSpPr/>
        <p:nvPr/>
      </p:nvGrpSpPr>
      <p:grpSpPr>
        <a:xfrm>
          <a:off x="0" y="0"/>
          <a:ext cx="0" cy="0"/>
          <a:chOff x="0" y="0"/>
          <a:chExt cx="0" cy="0"/>
        </a:xfrm>
      </p:grpSpPr>
      <p:sp>
        <p:nvSpPr>
          <p:cNvPr id="153" name="Shape 153"/>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54" name="Shape 154"/>
          <p:cNvSpPr>
            <a:spLocks noGrp="1"/>
          </p:cNvSpPr>
          <p:nvPr>
            <p:ph type="pic" sz="half" idx="13"/>
          </p:nvPr>
        </p:nvSpPr>
        <p:spPr>
          <a:xfrm>
            <a:off x="5803900" y="1078945"/>
            <a:ext cx="5486400" cy="7569202"/>
          </a:xfrm>
          <a:prstGeom prst="rect">
            <a:avLst/>
          </a:prstGeom>
          <a:ln w="25400">
            <a:solidFill>
              <a:srgbClr val="DDC799"/>
            </a:solidFill>
          </a:ln>
        </p:spPr>
        <p:txBody>
          <a:bodyPr lIns="91439" tIns="45719" rIns="91439" bIns="45719">
            <a:noAutofit/>
          </a:bodyPr>
          <a:lstStyle/>
          <a:p>
            <a:endParaRPr/>
          </a:p>
        </p:txBody>
      </p:sp>
      <p:sp>
        <p:nvSpPr>
          <p:cNvPr id="155" name="Shape 155"/>
          <p:cNvSpPr>
            <a:spLocks noGrp="1"/>
          </p:cNvSpPr>
          <p:nvPr>
            <p:ph type="pic" sz="quarter" idx="14"/>
          </p:nvPr>
        </p:nvSpPr>
        <p:spPr>
          <a:xfrm>
            <a:off x="1797050" y="1066245"/>
            <a:ext cx="3848100" cy="3695703"/>
          </a:xfrm>
          <a:prstGeom prst="rect">
            <a:avLst/>
          </a:prstGeom>
          <a:ln w="25400">
            <a:solidFill>
              <a:srgbClr val="DDC799"/>
            </a:solidFill>
          </a:ln>
        </p:spPr>
        <p:txBody>
          <a:bodyPr lIns="91439" tIns="45719" rIns="91439" bIns="45719">
            <a:noAutofit/>
          </a:bodyPr>
          <a:lstStyle/>
          <a:p>
            <a:endParaRPr/>
          </a:p>
        </p:txBody>
      </p:sp>
      <p:sp>
        <p:nvSpPr>
          <p:cNvPr id="156" name="Shape 156"/>
          <p:cNvSpPr>
            <a:spLocks noGrp="1"/>
          </p:cNvSpPr>
          <p:nvPr>
            <p:ph type="pic" sz="quarter" idx="15"/>
          </p:nvPr>
        </p:nvSpPr>
        <p:spPr>
          <a:xfrm>
            <a:off x="1797050" y="4927046"/>
            <a:ext cx="3848100" cy="3695702"/>
          </a:xfrm>
          <a:prstGeom prst="rect">
            <a:avLst/>
          </a:prstGeom>
          <a:ln w="25400">
            <a:solidFill>
              <a:srgbClr val="DDC799"/>
            </a:solidFill>
          </a:ln>
        </p:spPr>
        <p:txBody>
          <a:bodyPr lIns="91439" tIns="45719" rIns="91439" bIns="45719">
            <a:noAutofit/>
          </a:bodyPr>
          <a:lstStyle/>
          <a:p>
            <a:endParaRPr/>
          </a:p>
        </p:txBody>
      </p:sp>
      <p:sp>
        <p:nvSpPr>
          <p:cNvPr id="157" name="Shape 15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Title, Bullets &amp; Photo">
    <p:spTree>
      <p:nvGrpSpPr>
        <p:cNvPr id="1" name=""/>
        <p:cNvGrpSpPr/>
        <p:nvPr/>
      </p:nvGrpSpPr>
      <p:grpSpPr>
        <a:xfrm>
          <a:off x="0" y="0"/>
          <a:ext cx="0" cy="0"/>
          <a:chOff x="0" y="0"/>
          <a:chExt cx="0" cy="0"/>
        </a:xfrm>
      </p:grpSpPr>
      <p:sp>
        <p:nvSpPr>
          <p:cNvPr id="164" name="Shape 164"/>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65" name="Shape 165"/>
          <p:cNvSpPr>
            <a:spLocks noGrp="1"/>
          </p:cNvSpPr>
          <p:nvPr>
            <p:ph type="pic" sz="quarter" idx="13"/>
          </p:nvPr>
        </p:nvSpPr>
        <p:spPr>
          <a:xfrm>
            <a:off x="7162800" y="4990546"/>
            <a:ext cx="4724400" cy="3657602"/>
          </a:xfrm>
          <a:prstGeom prst="rect">
            <a:avLst/>
          </a:prstGeom>
          <a:ln w="25400">
            <a:solidFill>
              <a:srgbClr val="DDC799"/>
            </a:solidFill>
          </a:ln>
        </p:spPr>
        <p:txBody>
          <a:bodyPr lIns="91439" tIns="45719" rIns="91439" bIns="45719">
            <a:noAutofit/>
          </a:bodyPr>
          <a:lstStyle/>
          <a:p>
            <a:endParaRPr/>
          </a:p>
        </p:txBody>
      </p:sp>
      <p:sp>
        <p:nvSpPr>
          <p:cNvPr id="166" name="Shape 166"/>
          <p:cNvSpPr>
            <a:spLocks noGrp="1"/>
          </p:cNvSpPr>
          <p:nvPr>
            <p:ph type="title"/>
          </p:nvPr>
        </p:nvSpPr>
        <p:spPr>
          <a:xfrm>
            <a:off x="1130300" y="1435100"/>
            <a:ext cx="7835900" cy="1447800"/>
          </a:xfrm>
          <a:prstGeom prst="rect">
            <a:avLst/>
          </a:prstGeom>
        </p:spPr>
        <p:txBody>
          <a:bodyPr/>
          <a:lstStyle>
            <a:lvl1pPr>
              <a:defRPr sz="8400">
                <a:latin typeface="Impact"/>
                <a:ea typeface="Impact"/>
                <a:cs typeface="Impact"/>
                <a:sym typeface="Impact"/>
              </a:defRPr>
            </a:lvl1pPr>
          </a:lstStyle>
          <a:p>
            <a:r>
              <a:t>제목 텍스트</a:t>
            </a:r>
          </a:p>
        </p:txBody>
      </p:sp>
      <p:sp>
        <p:nvSpPr>
          <p:cNvPr id="167" name="Shape 167"/>
          <p:cNvSpPr>
            <a:spLocks noGrp="1"/>
          </p:cNvSpPr>
          <p:nvPr>
            <p:ph type="body" sz="half" idx="1"/>
          </p:nvPr>
        </p:nvSpPr>
        <p:spPr>
          <a:xfrm>
            <a:off x="838200" y="3175000"/>
            <a:ext cx="5791200" cy="5346700"/>
          </a:xfrm>
          <a:prstGeom prst="rect">
            <a:avLst/>
          </a:prstGeom>
        </p:spPr>
        <p:txBody>
          <a:bodyPr anchor="ctr"/>
          <a:lstStyle>
            <a:lvl1pPr marL="812120" indent="-494620">
              <a:spcBef>
                <a:spcPts val="3800"/>
              </a:spcBef>
              <a:defRPr sz="2800">
                <a:latin typeface="Helvetica Neue Medium"/>
                <a:ea typeface="Helvetica Neue Medium"/>
                <a:cs typeface="Helvetica Neue Medium"/>
                <a:sym typeface="Helvetica Neue Medium"/>
              </a:defRPr>
            </a:lvl1pPr>
            <a:lvl2pPr marL="1256620" indent="-494620">
              <a:spcBef>
                <a:spcPts val="3800"/>
              </a:spcBef>
              <a:defRPr sz="2800">
                <a:latin typeface="Helvetica Neue Medium"/>
                <a:ea typeface="Helvetica Neue Medium"/>
                <a:cs typeface="Helvetica Neue Medium"/>
                <a:sym typeface="Helvetica Neue Medium"/>
              </a:defRPr>
            </a:lvl2pPr>
            <a:lvl3pPr marL="1701120" indent="-494620">
              <a:spcBef>
                <a:spcPts val="3800"/>
              </a:spcBef>
              <a:defRPr sz="2800">
                <a:latin typeface="Helvetica Neue Medium"/>
                <a:ea typeface="Helvetica Neue Medium"/>
                <a:cs typeface="Helvetica Neue Medium"/>
                <a:sym typeface="Helvetica Neue Medium"/>
              </a:defRPr>
            </a:lvl3pPr>
            <a:lvl4pPr marL="2145620" indent="-494620">
              <a:spcBef>
                <a:spcPts val="3800"/>
              </a:spcBef>
              <a:defRPr sz="2800">
                <a:latin typeface="Helvetica Neue Medium"/>
                <a:ea typeface="Helvetica Neue Medium"/>
                <a:cs typeface="Helvetica Neue Medium"/>
                <a:sym typeface="Helvetica Neue Medium"/>
              </a:defRPr>
            </a:lvl4pPr>
            <a:lvl5pPr marL="2590120" indent="-494620">
              <a:spcBef>
                <a:spcPts val="3800"/>
              </a:spcBef>
              <a:defRPr sz="2800">
                <a:latin typeface="Helvetica Neue Medium"/>
                <a:ea typeface="Helvetica Neue Medium"/>
                <a:cs typeface="Helvetica Neue Medium"/>
                <a:sym typeface="Helvetica Neue Medium"/>
              </a:defRPr>
            </a:lvl5pPr>
          </a:lstStyle>
          <a:p>
            <a:r>
              <a:t>본문 첫 번째 줄</a:t>
            </a:r>
          </a:p>
          <a:p>
            <a:pPr lvl="1"/>
            <a:r>
              <a:t>본문 두 번째 줄</a:t>
            </a:r>
          </a:p>
          <a:p>
            <a:pPr lvl="2"/>
            <a:r>
              <a:t>본문 세 번째 줄</a:t>
            </a:r>
          </a:p>
          <a:p>
            <a:pPr lvl="3"/>
            <a:r>
              <a:t>본문 네 번째 줄</a:t>
            </a:r>
          </a:p>
          <a:p>
            <a:pPr lvl="4"/>
            <a:r>
              <a:t>본문 다섯 번째 줄</a:t>
            </a:r>
          </a:p>
        </p:txBody>
      </p:sp>
      <p:sp>
        <p:nvSpPr>
          <p:cNvPr id="168" name="Shape 1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Title &amp; Bullets - Left">
    <p:spTree>
      <p:nvGrpSpPr>
        <p:cNvPr id="1" name=""/>
        <p:cNvGrpSpPr/>
        <p:nvPr/>
      </p:nvGrpSpPr>
      <p:grpSpPr>
        <a:xfrm>
          <a:off x="0" y="0"/>
          <a:ext cx="0" cy="0"/>
          <a:chOff x="0" y="0"/>
          <a:chExt cx="0" cy="0"/>
        </a:xfrm>
      </p:grpSpPr>
      <p:sp>
        <p:nvSpPr>
          <p:cNvPr id="175" name="Shape 175"/>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76" name="Shape 176"/>
          <p:cNvSpPr>
            <a:spLocks noGrp="1"/>
          </p:cNvSpPr>
          <p:nvPr>
            <p:ph type="title"/>
          </p:nvPr>
        </p:nvSpPr>
        <p:spPr>
          <a:xfrm>
            <a:off x="1270000" y="1257300"/>
            <a:ext cx="10464800" cy="1739900"/>
          </a:xfrm>
          <a:prstGeom prst="rect">
            <a:avLst/>
          </a:prstGeom>
        </p:spPr>
        <p:txBody>
          <a:bodyPr/>
          <a:lstStyle>
            <a:lvl1pPr>
              <a:defRPr sz="8400">
                <a:latin typeface="Impact"/>
                <a:ea typeface="Impact"/>
                <a:cs typeface="Impact"/>
                <a:sym typeface="Impact"/>
              </a:defRPr>
            </a:lvl1pPr>
          </a:lstStyle>
          <a:p>
            <a:r>
              <a:t>제목 텍스트</a:t>
            </a:r>
          </a:p>
        </p:txBody>
      </p:sp>
      <p:sp>
        <p:nvSpPr>
          <p:cNvPr id="177" name="Shape 177"/>
          <p:cNvSpPr>
            <a:spLocks noGrp="1"/>
          </p:cNvSpPr>
          <p:nvPr>
            <p:ph type="body" sz="half" idx="1"/>
          </p:nvPr>
        </p:nvSpPr>
        <p:spPr>
          <a:xfrm>
            <a:off x="1270000" y="3568700"/>
            <a:ext cx="5905500" cy="4914900"/>
          </a:xfrm>
          <a:prstGeom prst="rect">
            <a:avLst/>
          </a:prstGeom>
        </p:spPr>
        <p:txBody>
          <a:bodyPr anchor="ctr"/>
          <a:lstStyle>
            <a:lvl1pPr marL="812120" indent="-494620">
              <a:spcBef>
                <a:spcPts val="3800"/>
              </a:spcBef>
              <a:defRPr sz="3200">
                <a:latin typeface="Helvetica Neue Medium"/>
                <a:ea typeface="Helvetica Neue Medium"/>
                <a:cs typeface="Helvetica Neue Medium"/>
                <a:sym typeface="Helvetica Neue Medium"/>
              </a:defRPr>
            </a:lvl1pPr>
            <a:lvl2pPr marL="1256620" indent="-494620">
              <a:spcBef>
                <a:spcPts val="3800"/>
              </a:spcBef>
              <a:defRPr sz="3200">
                <a:latin typeface="Helvetica Neue Medium"/>
                <a:ea typeface="Helvetica Neue Medium"/>
                <a:cs typeface="Helvetica Neue Medium"/>
                <a:sym typeface="Helvetica Neue Medium"/>
              </a:defRPr>
            </a:lvl2pPr>
            <a:lvl3pPr marL="1701120" indent="-494620">
              <a:spcBef>
                <a:spcPts val="3800"/>
              </a:spcBef>
              <a:defRPr sz="3200">
                <a:latin typeface="Helvetica Neue Medium"/>
                <a:ea typeface="Helvetica Neue Medium"/>
                <a:cs typeface="Helvetica Neue Medium"/>
                <a:sym typeface="Helvetica Neue Medium"/>
              </a:defRPr>
            </a:lvl3pPr>
            <a:lvl4pPr marL="2145620" indent="-494620">
              <a:spcBef>
                <a:spcPts val="3800"/>
              </a:spcBef>
              <a:defRPr sz="3200">
                <a:latin typeface="Helvetica Neue Medium"/>
                <a:ea typeface="Helvetica Neue Medium"/>
                <a:cs typeface="Helvetica Neue Medium"/>
                <a:sym typeface="Helvetica Neue Medium"/>
              </a:defRPr>
            </a:lvl4pPr>
            <a:lvl5pPr marL="2590120" indent="-494620">
              <a:spcBef>
                <a:spcPts val="3800"/>
              </a:spcBef>
              <a:defRPr sz="3200">
                <a:latin typeface="Helvetica Neue Medium"/>
                <a:ea typeface="Helvetica Neue Medium"/>
                <a:cs typeface="Helvetica Neue Medium"/>
                <a:sym typeface="Helvetica Neue Medium"/>
              </a:defRPr>
            </a:lvl5pPr>
          </a:lstStyle>
          <a:p>
            <a:r>
              <a:t>본문 첫 번째 줄</a:t>
            </a:r>
          </a:p>
          <a:p>
            <a:pPr lvl="1"/>
            <a:r>
              <a:t>본문 두 번째 줄</a:t>
            </a:r>
          </a:p>
          <a:p>
            <a:pPr lvl="2"/>
            <a:r>
              <a:t>본문 세 번째 줄</a:t>
            </a:r>
          </a:p>
          <a:p>
            <a:pPr lvl="3"/>
            <a:r>
              <a:t>본문 네 번째 줄</a:t>
            </a:r>
          </a:p>
          <a:p>
            <a:pPr lvl="4"/>
            <a:r>
              <a:t>본문 다섯 번째 줄</a:t>
            </a:r>
          </a:p>
        </p:txBody>
      </p:sp>
      <p:sp>
        <p:nvSpPr>
          <p:cNvPr id="178" name="Shape 17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Title &amp; Bullets - Right">
    <p:spTree>
      <p:nvGrpSpPr>
        <p:cNvPr id="1" name=""/>
        <p:cNvGrpSpPr/>
        <p:nvPr/>
      </p:nvGrpSpPr>
      <p:grpSpPr>
        <a:xfrm>
          <a:off x="0" y="0"/>
          <a:ext cx="0" cy="0"/>
          <a:chOff x="0" y="0"/>
          <a:chExt cx="0" cy="0"/>
        </a:xfrm>
      </p:grpSpPr>
      <p:sp>
        <p:nvSpPr>
          <p:cNvPr id="185" name="Shape 185"/>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86" name="Shape 186"/>
          <p:cNvSpPr>
            <a:spLocks noGrp="1"/>
          </p:cNvSpPr>
          <p:nvPr>
            <p:ph type="title"/>
          </p:nvPr>
        </p:nvSpPr>
        <p:spPr>
          <a:xfrm>
            <a:off x="2095500" y="1409700"/>
            <a:ext cx="8788400" cy="1778000"/>
          </a:xfrm>
          <a:prstGeom prst="rect">
            <a:avLst/>
          </a:prstGeom>
        </p:spPr>
        <p:txBody>
          <a:bodyPr/>
          <a:lstStyle>
            <a:lvl1pPr algn="r">
              <a:defRPr sz="8400">
                <a:latin typeface="Impact"/>
                <a:ea typeface="Impact"/>
                <a:cs typeface="Impact"/>
                <a:sym typeface="Impact"/>
              </a:defRPr>
            </a:lvl1pPr>
          </a:lstStyle>
          <a:p>
            <a:r>
              <a:t>제목 텍스트</a:t>
            </a:r>
          </a:p>
        </p:txBody>
      </p:sp>
      <p:sp>
        <p:nvSpPr>
          <p:cNvPr id="187" name="Shape 187"/>
          <p:cNvSpPr>
            <a:spLocks noGrp="1"/>
          </p:cNvSpPr>
          <p:nvPr>
            <p:ph type="body" sz="half" idx="1"/>
          </p:nvPr>
        </p:nvSpPr>
        <p:spPr>
          <a:xfrm>
            <a:off x="5600700" y="3848100"/>
            <a:ext cx="6134100" cy="4533900"/>
          </a:xfrm>
          <a:prstGeom prst="rect">
            <a:avLst/>
          </a:prstGeom>
        </p:spPr>
        <p:txBody>
          <a:bodyPr anchor="ctr"/>
          <a:lstStyle>
            <a:lvl1pPr marL="812120" indent="-494620">
              <a:spcBef>
                <a:spcPts val="3800"/>
              </a:spcBef>
              <a:defRPr sz="3200">
                <a:latin typeface="Helvetica Neue Medium"/>
                <a:ea typeface="Helvetica Neue Medium"/>
                <a:cs typeface="Helvetica Neue Medium"/>
                <a:sym typeface="Helvetica Neue Medium"/>
              </a:defRPr>
            </a:lvl1pPr>
            <a:lvl2pPr marL="1256620" indent="-494620">
              <a:spcBef>
                <a:spcPts val="3800"/>
              </a:spcBef>
              <a:defRPr sz="3200">
                <a:latin typeface="Helvetica Neue Medium"/>
                <a:ea typeface="Helvetica Neue Medium"/>
                <a:cs typeface="Helvetica Neue Medium"/>
                <a:sym typeface="Helvetica Neue Medium"/>
              </a:defRPr>
            </a:lvl2pPr>
            <a:lvl3pPr marL="1701120" indent="-494620">
              <a:spcBef>
                <a:spcPts val="3800"/>
              </a:spcBef>
              <a:defRPr sz="3200">
                <a:latin typeface="Helvetica Neue Medium"/>
                <a:ea typeface="Helvetica Neue Medium"/>
                <a:cs typeface="Helvetica Neue Medium"/>
                <a:sym typeface="Helvetica Neue Medium"/>
              </a:defRPr>
            </a:lvl3pPr>
            <a:lvl4pPr marL="2145620" indent="-494620">
              <a:spcBef>
                <a:spcPts val="3800"/>
              </a:spcBef>
              <a:defRPr sz="3200">
                <a:latin typeface="Helvetica Neue Medium"/>
                <a:ea typeface="Helvetica Neue Medium"/>
                <a:cs typeface="Helvetica Neue Medium"/>
                <a:sym typeface="Helvetica Neue Medium"/>
              </a:defRPr>
            </a:lvl4pPr>
            <a:lvl5pPr marL="2590120" indent="-494620">
              <a:spcBef>
                <a:spcPts val="3800"/>
              </a:spcBef>
              <a:defRPr sz="3200">
                <a:latin typeface="Helvetica Neue Medium"/>
                <a:ea typeface="Helvetica Neue Medium"/>
                <a:cs typeface="Helvetica Neue Medium"/>
                <a:sym typeface="Helvetica Neue Medium"/>
              </a:defRPr>
            </a:lvl5pPr>
          </a:lstStyle>
          <a:p>
            <a:r>
              <a:t>본문 첫 번째 줄</a:t>
            </a:r>
          </a:p>
          <a:p>
            <a:pPr lvl="1"/>
            <a:r>
              <a:t>본문 두 번째 줄</a:t>
            </a:r>
          </a:p>
          <a:p>
            <a:pPr lvl="2"/>
            <a:r>
              <a:t>본문 세 번째 줄</a:t>
            </a:r>
          </a:p>
          <a:p>
            <a:pPr lvl="3"/>
            <a:r>
              <a:t>본문 네 번째 줄</a:t>
            </a:r>
          </a:p>
          <a:p>
            <a:pPr lvl="4"/>
            <a:r>
              <a:t>본문 다섯 번째 줄</a:t>
            </a:r>
          </a:p>
        </p:txBody>
      </p:sp>
      <p:sp>
        <p:nvSpPr>
          <p:cNvPr id="188" name="Shape 18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Title &amp; Table">
    <p:spTree>
      <p:nvGrpSpPr>
        <p:cNvPr id="1" name=""/>
        <p:cNvGrpSpPr/>
        <p:nvPr/>
      </p:nvGrpSpPr>
      <p:grpSpPr>
        <a:xfrm>
          <a:off x="0" y="0"/>
          <a:ext cx="0" cy="0"/>
          <a:chOff x="0" y="0"/>
          <a:chExt cx="0" cy="0"/>
        </a:xfrm>
      </p:grpSpPr>
      <p:sp>
        <p:nvSpPr>
          <p:cNvPr id="195" name="Shape 195"/>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graphicFrame>
        <p:nvGraphicFramePr>
          <p:cNvPr id="196" name="Table 196"/>
          <p:cNvGraphicFramePr/>
          <p:nvPr/>
        </p:nvGraphicFramePr>
        <p:xfrm>
          <a:off x="2933700" y="3124200"/>
          <a:ext cx="7175500" cy="5118100"/>
        </p:xfrm>
        <a:graphic>
          <a:graphicData uri="http://schemas.openxmlformats.org/drawingml/2006/table">
            <a:tbl>
              <a:tblPr firstCol="1">
                <a:tableStyleId>{4C3C2611-4C71-4FC5-86AE-919BDF0F9419}</a:tableStyleId>
              </a:tblPr>
              <a:tblGrid>
                <a:gridCol w="1793874">
                  <a:extLst>
                    <a:ext uri="{9D8B030D-6E8A-4147-A177-3AD203B41FA5}">
                      <a16:colId xmlns:a16="http://schemas.microsoft.com/office/drawing/2014/main" val="20000"/>
                    </a:ext>
                  </a:extLst>
                </a:gridCol>
                <a:gridCol w="1793874">
                  <a:extLst>
                    <a:ext uri="{9D8B030D-6E8A-4147-A177-3AD203B41FA5}">
                      <a16:colId xmlns:a16="http://schemas.microsoft.com/office/drawing/2014/main" val="20001"/>
                    </a:ext>
                  </a:extLst>
                </a:gridCol>
                <a:gridCol w="1793874">
                  <a:extLst>
                    <a:ext uri="{9D8B030D-6E8A-4147-A177-3AD203B41FA5}">
                      <a16:colId xmlns:a16="http://schemas.microsoft.com/office/drawing/2014/main" val="20002"/>
                    </a:ext>
                  </a:extLst>
                </a:gridCol>
                <a:gridCol w="1793874">
                  <a:extLst>
                    <a:ext uri="{9D8B030D-6E8A-4147-A177-3AD203B41FA5}">
                      <a16:colId xmlns:a16="http://schemas.microsoft.com/office/drawing/2014/main" val="20003"/>
                    </a:ext>
                  </a:extLst>
                </a:gridCol>
              </a:tblGrid>
              <a:tr h="1279525">
                <a:tc>
                  <a:txBody>
                    <a:bodyPr/>
                    <a:lstStyle/>
                    <a:p>
                      <a:pPr defTabSz="914400">
                        <a:tabLst>
                          <a:tab pos="914400" algn="l"/>
                        </a:tabLst>
                        <a:defRPr sz="4000" b="0">
                          <a:solidFill>
                            <a:srgbClr val="FFFFFF"/>
                          </a:solidFill>
                          <a:effectLst>
                            <a:outerShdw blurRad="25400" dist="25400" dir="5400000" rotWithShape="0">
                              <a:srgbClr val="000000">
                                <a:alpha val="60000"/>
                              </a:srgbClr>
                            </a:outerShdw>
                          </a:effectLst>
                          <a:latin typeface="Helvetica Neue Medium"/>
                          <a:ea typeface="Helvetica Neue Medium"/>
                          <a:cs typeface="Helvetica Neue Medium"/>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solidFill>
                      <a:srgbClr val="E99B32"/>
                    </a:solid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extLst>
                  <a:ext uri="{0D108BD9-81ED-4DB2-BD59-A6C34878D82A}">
                    <a16:rowId xmlns:a16="http://schemas.microsoft.com/office/drawing/2014/main" val="10000"/>
                  </a:ext>
                </a:extLst>
              </a:tr>
              <a:tr h="1279525">
                <a:tc>
                  <a:txBody>
                    <a:bodyPr/>
                    <a:lstStyle/>
                    <a:p>
                      <a:pPr defTabSz="914400">
                        <a:tabLst>
                          <a:tab pos="914400" algn="l"/>
                        </a:tabLst>
                        <a:defRPr sz="4000" b="0">
                          <a:solidFill>
                            <a:srgbClr val="FFFFFF"/>
                          </a:solidFill>
                          <a:effectLst>
                            <a:outerShdw blurRad="25400" dist="25400" dir="5400000" rotWithShape="0">
                              <a:srgbClr val="000000">
                                <a:alpha val="60000"/>
                              </a:srgbClr>
                            </a:outerShdw>
                          </a:effectLst>
                          <a:latin typeface="Helvetica Neue Medium"/>
                          <a:ea typeface="Helvetica Neue Medium"/>
                          <a:cs typeface="Helvetica Neue Medium"/>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solidFill>
                      <a:srgbClr val="E99B32"/>
                    </a:solid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extLst>
                  <a:ext uri="{0D108BD9-81ED-4DB2-BD59-A6C34878D82A}">
                    <a16:rowId xmlns:a16="http://schemas.microsoft.com/office/drawing/2014/main" val="10001"/>
                  </a:ext>
                </a:extLst>
              </a:tr>
              <a:tr h="1279525">
                <a:tc>
                  <a:txBody>
                    <a:bodyPr/>
                    <a:lstStyle/>
                    <a:p>
                      <a:pPr defTabSz="914400">
                        <a:tabLst>
                          <a:tab pos="914400" algn="l"/>
                        </a:tabLst>
                        <a:defRPr sz="4000" b="0">
                          <a:solidFill>
                            <a:srgbClr val="FFFFFF"/>
                          </a:solidFill>
                          <a:effectLst>
                            <a:outerShdw blurRad="25400" dist="25400" dir="5400000" rotWithShape="0">
                              <a:srgbClr val="000000">
                                <a:alpha val="60000"/>
                              </a:srgbClr>
                            </a:outerShdw>
                          </a:effectLst>
                          <a:latin typeface="Helvetica Neue Medium"/>
                          <a:ea typeface="Helvetica Neue Medium"/>
                          <a:cs typeface="Helvetica Neue Medium"/>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solidFill>
                      <a:srgbClr val="E99B32"/>
                    </a:solid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extLst>
                  <a:ext uri="{0D108BD9-81ED-4DB2-BD59-A6C34878D82A}">
                    <a16:rowId xmlns:a16="http://schemas.microsoft.com/office/drawing/2014/main" val="10002"/>
                  </a:ext>
                </a:extLst>
              </a:tr>
              <a:tr h="1279525">
                <a:tc>
                  <a:txBody>
                    <a:bodyPr/>
                    <a:lstStyle/>
                    <a:p>
                      <a:pPr defTabSz="914400">
                        <a:tabLst>
                          <a:tab pos="914400" algn="l"/>
                        </a:tabLst>
                        <a:defRPr sz="4000" b="0">
                          <a:solidFill>
                            <a:srgbClr val="FFFFFF"/>
                          </a:solidFill>
                          <a:effectLst>
                            <a:outerShdw blurRad="25400" dist="25400" dir="5400000" rotWithShape="0">
                              <a:srgbClr val="000000">
                                <a:alpha val="60000"/>
                              </a:srgbClr>
                            </a:outerShdw>
                          </a:effectLst>
                          <a:latin typeface="Helvetica Neue Medium"/>
                          <a:ea typeface="Helvetica Neue Medium"/>
                          <a:cs typeface="Helvetica Neue Medium"/>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solidFill>
                      <a:srgbClr val="E99B32"/>
                    </a:solid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tc>
                  <a:txBody>
                    <a:bodyPr/>
                    <a:lstStyle/>
                    <a:p>
                      <a:pPr defTabSz="914400">
                        <a:tabLst>
                          <a:tab pos="914400" algn="l"/>
                        </a:tabLst>
                        <a:defRPr sz="3600">
                          <a:solidFill>
                            <a:srgbClr val="000000"/>
                          </a:solidFill>
                          <a:sym typeface="Helvetica Neue Medium"/>
                        </a:defRPr>
                      </a:pPr>
                      <a:endParaRPr/>
                    </a:p>
                  </a:txBody>
                  <a:tcPr marL="50800" marR="50800" marT="50800" marB="50800" anchor="ctr" horzOverflow="overflow">
                    <a:lnL w="12700">
                      <a:solidFill>
                        <a:srgbClr val="03314D"/>
                      </a:solidFill>
                      <a:miter lim="400000"/>
                    </a:lnL>
                    <a:lnR w="12700">
                      <a:solidFill>
                        <a:srgbClr val="03314D"/>
                      </a:solidFill>
                      <a:miter lim="400000"/>
                    </a:lnR>
                    <a:lnT w="12700">
                      <a:solidFill>
                        <a:srgbClr val="03314D"/>
                      </a:solidFill>
                      <a:miter lim="400000"/>
                    </a:lnT>
                    <a:lnB w="12700">
                      <a:solidFill>
                        <a:srgbClr val="03314D"/>
                      </a:solidFill>
                      <a:miter lim="400000"/>
                    </a:lnB>
                    <a:noFill/>
                  </a:tcPr>
                </a:tc>
                <a:extLst>
                  <a:ext uri="{0D108BD9-81ED-4DB2-BD59-A6C34878D82A}">
                    <a16:rowId xmlns:a16="http://schemas.microsoft.com/office/drawing/2014/main" val="10003"/>
                  </a:ext>
                </a:extLst>
              </a:tr>
            </a:tbl>
          </a:graphicData>
        </a:graphic>
      </p:graphicFrame>
      <p:sp>
        <p:nvSpPr>
          <p:cNvPr id="197" name="Shape 197"/>
          <p:cNvSpPr>
            <a:spLocks noGrp="1"/>
          </p:cNvSpPr>
          <p:nvPr>
            <p:ph type="title"/>
          </p:nvPr>
        </p:nvSpPr>
        <p:spPr>
          <a:xfrm>
            <a:off x="2844800" y="1168400"/>
            <a:ext cx="7366000" cy="1778000"/>
          </a:xfrm>
          <a:prstGeom prst="rect">
            <a:avLst/>
          </a:prstGeom>
        </p:spPr>
        <p:txBody>
          <a:bodyPr/>
          <a:lstStyle>
            <a:lvl1pPr>
              <a:defRPr sz="8400">
                <a:latin typeface="Impact"/>
                <a:ea typeface="Impact"/>
                <a:cs typeface="Impact"/>
                <a:sym typeface="Impact"/>
              </a:defRPr>
            </a:lvl1pPr>
          </a:lstStyle>
          <a:p>
            <a:r>
              <a:t>제목 텍스트</a:t>
            </a:r>
          </a:p>
        </p:txBody>
      </p:sp>
      <p:sp>
        <p:nvSpPr>
          <p:cNvPr id="198" name="Shape 19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Title &amp; Chart">
    <p:spTree>
      <p:nvGrpSpPr>
        <p:cNvPr id="1" name=""/>
        <p:cNvGrpSpPr/>
        <p:nvPr/>
      </p:nvGrpSpPr>
      <p:grpSpPr>
        <a:xfrm>
          <a:off x="0" y="0"/>
          <a:ext cx="0" cy="0"/>
          <a:chOff x="0" y="0"/>
          <a:chExt cx="0" cy="0"/>
        </a:xfrm>
      </p:grpSpPr>
      <p:sp>
        <p:nvSpPr>
          <p:cNvPr id="205" name="Shape 205"/>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graphicFrame>
        <p:nvGraphicFramePr>
          <p:cNvPr id="206" name="Chart 206"/>
          <p:cNvGraphicFramePr/>
          <p:nvPr/>
        </p:nvGraphicFramePr>
        <p:xfrm>
          <a:off x="2670047" y="3842029"/>
          <a:ext cx="7325009" cy="4260063"/>
        </p:xfrm>
        <a:graphic>
          <a:graphicData uri="http://schemas.openxmlformats.org/drawingml/2006/chart">
            <c:chart xmlns:c="http://schemas.openxmlformats.org/drawingml/2006/chart" xmlns:r="http://schemas.openxmlformats.org/officeDocument/2006/relationships" r:id="rId2"/>
          </a:graphicData>
        </a:graphic>
      </p:graphicFrame>
      <p:sp>
        <p:nvSpPr>
          <p:cNvPr id="207" name="Shape 207"/>
          <p:cNvSpPr>
            <a:spLocks noGrp="1"/>
          </p:cNvSpPr>
          <p:nvPr>
            <p:ph type="body" sz="quarter" idx="1"/>
          </p:nvPr>
        </p:nvSpPr>
        <p:spPr>
          <a:xfrm>
            <a:off x="3187700" y="2762250"/>
            <a:ext cx="6921500" cy="673100"/>
          </a:xfrm>
          <a:prstGeom prst="rect">
            <a:avLst/>
          </a:prstGeom>
          <a:ln>
            <a:noFill/>
          </a:ln>
        </p:spPr>
        <p:txBody>
          <a:bodyPr anchor="ctr"/>
          <a:lstStyle>
            <a:lvl1pPr marL="0" indent="0">
              <a:spcBef>
                <a:spcPts val="1000"/>
              </a:spcBef>
              <a:buSzTx/>
              <a:buNone/>
              <a:defRPr sz="1200">
                <a:latin typeface="Helvetica Neue Medium"/>
                <a:ea typeface="Helvetica Neue Medium"/>
                <a:cs typeface="Helvetica Neue Medium"/>
                <a:sym typeface="Helvetica Neue Medium"/>
              </a:defRPr>
            </a:lvl1pPr>
          </a:lstStyle>
          <a:p>
            <a:r>
              <a:t>Lorem ipsum dolor sit amet, consectetuer adipiscing elit, sed diam nonummy nibh euismod tincidunt ut laoreet dolore magna aliquam erat volutpat. Ut wisi enim ad minim veniam, quis nostrud exerci tation</a:t>
            </a:r>
          </a:p>
        </p:txBody>
      </p:sp>
      <p:sp>
        <p:nvSpPr>
          <p:cNvPr id="208" name="Shape 208"/>
          <p:cNvSpPr>
            <a:spLocks noGrp="1"/>
          </p:cNvSpPr>
          <p:nvPr>
            <p:ph type="title"/>
          </p:nvPr>
        </p:nvSpPr>
        <p:spPr>
          <a:xfrm>
            <a:off x="2984500" y="1079500"/>
            <a:ext cx="7327900" cy="1778000"/>
          </a:xfrm>
          <a:prstGeom prst="rect">
            <a:avLst/>
          </a:prstGeom>
        </p:spPr>
        <p:txBody>
          <a:bodyPr/>
          <a:lstStyle>
            <a:lvl1pPr>
              <a:defRPr sz="8400">
                <a:latin typeface="Impact"/>
                <a:ea typeface="Impact"/>
                <a:cs typeface="Impact"/>
                <a:sym typeface="Impact"/>
              </a:defRPr>
            </a:lvl1pPr>
          </a:lstStyle>
          <a:p>
            <a:r>
              <a:t>제목 텍스트</a:t>
            </a:r>
          </a:p>
        </p:txBody>
      </p:sp>
      <p:sp>
        <p:nvSpPr>
          <p:cNvPr id="209" name="Shape 20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Shape 2"/>
          <p:cNvSpPr/>
          <p:nvPr/>
        </p:nvSpPr>
        <p:spPr>
          <a:xfrm>
            <a:off x="723900" y="660400"/>
            <a:ext cx="11620500" cy="8394700"/>
          </a:xfrm>
          <a:prstGeom prst="rect">
            <a:avLst/>
          </a:prstGeom>
          <a:solidFill>
            <a:srgbClr val="FCE3AE"/>
          </a:solidFill>
          <a:ln w="12700">
            <a:miter lim="400000"/>
          </a:ln>
        </p:spPr>
        <p:txBody>
          <a:bodyPr lIns="50800" tIns="50800" rIns="50800" bIns="50800" anchor="ctr"/>
          <a:lstStyle/>
          <a:p>
            <a:pPr>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3" name="Shape 3"/>
          <p:cNvSpPr/>
          <p:nvPr/>
        </p:nvSpPr>
        <p:spPr>
          <a:xfrm>
            <a:off x="1327149" y="1984375"/>
            <a:ext cx="4848237" cy="0"/>
          </a:xfrm>
          <a:prstGeom prst="line">
            <a:avLst/>
          </a:prstGeom>
          <a:ln w="38100">
            <a:solidFill>
              <a:srgbClr val="52737C"/>
            </a:solidFill>
            <a:miter lim="400000"/>
          </a:ln>
        </p:spPr>
        <p:txBody>
          <a:bodyPr lIns="45718" tIns="45718" rIns="45718" bIns="45718"/>
          <a:lstStyle/>
          <a:p>
            <a:endParaRPr/>
          </a:p>
        </p:txBody>
      </p:sp>
      <p:sp>
        <p:nvSpPr>
          <p:cNvPr id="4" name="Shape 4"/>
          <p:cNvSpPr/>
          <p:nvPr/>
        </p:nvSpPr>
        <p:spPr>
          <a:xfrm>
            <a:off x="1327149" y="1911350"/>
            <a:ext cx="4848237" cy="0"/>
          </a:xfrm>
          <a:prstGeom prst="line">
            <a:avLst/>
          </a:prstGeom>
          <a:ln w="38100">
            <a:solidFill>
              <a:srgbClr val="64868F"/>
            </a:solidFill>
            <a:miter lim="400000"/>
          </a:ln>
        </p:spPr>
        <p:txBody>
          <a:bodyPr lIns="45718" tIns="45718" rIns="45718" bIns="45718"/>
          <a:lstStyle/>
          <a:p>
            <a:endParaRPr/>
          </a:p>
        </p:txBody>
      </p:sp>
      <p:sp>
        <p:nvSpPr>
          <p:cNvPr id="5" name="Shape 5"/>
          <p:cNvSpPr>
            <a:spLocks noGrp="1"/>
          </p:cNvSpPr>
          <p:nvPr>
            <p:ph type="title"/>
          </p:nvPr>
        </p:nvSpPr>
        <p:spPr>
          <a:xfrm>
            <a:off x="1270000" y="986779"/>
            <a:ext cx="7683500" cy="864246"/>
          </a:xfrm>
          <a:prstGeom prst="rect">
            <a:avLst/>
          </a:prstGeom>
          <a:ln w="12700">
            <a:solidFill>
              <a:srgbClr val="FCE3AE"/>
            </a:solidFill>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제목 텍스트</a:t>
            </a:r>
          </a:p>
        </p:txBody>
      </p:sp>
      <p:sp>
        <p:nvSpPr>
          <p:cNvPr id="6" name="Shape 6"/>
          <p:cNvSpPr>
            <a:spLocks noGrp="1"/>
          </p:cNvSpPr>
          <p:nvPr>
            <p:ph type="body" idx="1"/>
          </p:nvPr>
        </p:nvSpPr>
        <p:spPr>
          <a:xfrm>
            <a:off x="1070742" y="2451100"/>
            <a:ext cx="10926815" cy="6557814"/>
          </a:xfrm>
          <a:prstGeom prst="rect">
            <a:avLst/>
          </a:prstGeom>
          <a:ln w="12700">
            <a:solidFill>
              <a:srgbClr val="FCE3AE"/>
            </a:solidFill>
            <a:miter lim="400000"/>
          </a:ln>
          <a:extLst>
            <a:ext uri="{C572A759-6A51-4108-AA02-DFA0A04FC94B}">
              <ma14:wrappingTextBoxFlag xmlns:ma14="http://schemas.microsoft.com/office/mac/drawingml/2011/main" xmlns="" val="1"/>
            </a:ext>
          </a:extLst>
        </p:spPr>
        <p:txBody>
          <a:bodyPr lIns="50800" tIns="50800" rIns="50800" bIns="50800">
            <a:normAutofit/>
          </a:bodyPr>
          <a:lstStyle/>
          <a:p>
            <a:r>
              <a:t>본문 첫 번째 줄</a:t>
            </a:r>
          </a:p>
          <a:p>
            <a:pPr lvl="1"/>
            <a:r>
              <a:t>본문 두 번째 줄</a:t>
            </a:r>
          </a:p>
          <a:p>
            <a:pPr lvl="2"/>
            <a:r>
              <a:t>본문 세 번째 줄</a:t>
            </a:r>
          </a:p>
          <a:p>
            <a:pPr lvl="3"/>
            <a:r>
              <a:t>본문 네 번째 줄</a:t>
            </a:r>
          </a:p>
          <a:p>
            <a:pPr lvl="4"/>
            <a:r>
              <a:t>본문 다섯 번째 줄</a:t>
            </a:r>
          </a:p>
        </p:txBody>
      </p:sp>
      <p:sp>
        <p:nvSpPr>
          <p:cNvPr id="7" name="Shape 7"/>
          <p:cNvSpPr>
            <a:spLocks noGrp="1"/>
          </p:cNvSpPr>
          <p:nvPr>
            <p:ph type="sldNum" sz="quarter" idx="2"/>
          </p:nvPr>
        </p:nvSpPr>
        <p:spPr>
          <a:xfrm>
            <a:off x="6324599" y="9258300"/>
            <a:ext cx="342901" cy="368300"/>
          </a:xfrm>
          <a:prstGeom prst="rect">
            <a:avLst/>
          </a:prstGeom>
          <a:ln w="12700">
            <a:miter lim="400000"/>
          </a:ln>
        </p:spPr>
        <p:txBody>
          <a:bodyPr wrap="none" lIns="50800" tIns="50800" rIns="50800" bIns="50800">
            <a:spAutoFit/>
          </a:bodyPr>
          <a:lstStyle>
            <a:lvl1pPr>
              <a:defRPr sz="1800">
                <a:solidFill>
                  <a:srgbClr val="000000"/>
                </a:solidFill>
                <a:latin typeface="Gill Sans"/>
                <a:ea typeface="Gill Sans"/>
                <a:cs typeface="Gill Sans"/>
                <a:sym typeface="Gill Sans"/>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ransition spd="med"/>
  <p:txStyles>
    <p:titleStyle>
      <a:lvl1pPr marL="0" marR="0" indent="0" algn="l" defTabSz="584200" rtl="0" latinLnBrk="0">
        <a:lnSpc>
          <a:spcPct val="100000"/>
        </a:lnSpc>
        <a:spcBef>
          <a:spcPts val="0"/>
        </a:spcBef>
        <a:spcAft>
          <a:spcPts val="0"/>
        </a:spcAft>
        <a:buClrTx/>
        <a:buSzTx/>
        <a:buFontTx/>
        <a:buNone/>
        <a:tabLst/>
        <a:defRPr sz="4000" b="0" i="0" u="none" strike="noStrike" cap="all" spc="0" baseline="0">
          <a:ln>
            <a:noFill/>
          </a:ln>
          <a:solidFill>
            <a:srgbClr val="E99B32"/>
          </a:solidFill>
          <a:uFillTx/>
          <a:latin typeface="Apple SD 산돌고딕 Neo 볼드체"/>
          <a:ea typeface="Apple SD 산돌고딕 Neo 볼드체"/>
          <a:cs typeface="Apple SD 산돌고딕 Neo 볼드체"/>
          <a:sym typeface="Apple SD 산돌고딕 Neo 볼드체"/>
        </a:defRPr>
      </a:lvl1pPr>
      <a:lvl2pPr marL="0" marR="0" indent="0" algn="l" defTabSz="584200" rtl="0" latinLnBrk="0">
        <a:lnSpc>
          <a:spcPct val="100000"/>
        </a:lnSpc>
        <a:spcBef>
          <a:spcPts val="0"/>
        </a:spcBef>
        <a:spcAft>
          <a:spcPts val="0"/>
        </a:spcAft>
        <a:buClrTx/>
        <a:buSzTx/>
        <a:buFontTx/>
        <a:buNone/>
        <a:tabLst/>
        <a:defRPr sz="4000" b="0" i="0" u="none" strike="noStrike" cap="all" spc="0" baseline="0">
          <a:ln>
            <a:noFill/>
          </a:ln>
          <a:solidFill>
            <a:srgbClr val="E99B32"/>
          </a:solidFill>
          <a:uFillTx/>
          <a:latin typeface="Apple SD 산돌고딕 Neo 볼드체"/>
          <a:ea typeface="Apple SD 산돌고딕 Neo 볼드체"/>
          <a:cs typeface="Apple SD 산돌고딕 Neo 볼드체"/>
          <a:sym typeface="Apple SD 산돌고딕 Neo 볼드체"/>
        </a:defRPr>
      </a:lvl2pPr>
      <a:lvl3pPr marL="0" marR="0" indent="0" algn="l" defTabSz="584200" rtl="0" latinLnBrk="0">
        <a:lnSpc>
          <a:spcPct val="100000"/>
        </a:lnSpc>
        <a:spcBef>
          <a:spcPts val="0"/>
        </a:spcBef>
        <a:spcAft>
          <a:spcPts val="0"/>
        </a:spcAft>
        <a:buClrTx/>
        <a:buSzTx/>
        <a:buFontTx/>
        <a:buNone/>
        <a:tabLst/>
        <a:defRPr sz="4000" b="0" i="0" u="none" strike="noStrike" cap="all" spc="0" baseline="0">
          <a:ln>
            <a:noFill/>
          </a:ln>
          <a:solidFill>
            <a:srgbClr val="E99B32"/>
          </a:solidFill>
          <a:uFillTx/>
          <a:latin typeface="Apple SD 산돌고딕 Neo 볼드체"/>
          <a:ea typeface="Apple SD 산돌고딕 Neo 볼드체"/>
          <a:cs typeface="Apple SD 산돌고딕 Neo 볼드체"/>
          <a:sym typeface="Apple SD 산돌고딕 Neo 볼드체"/>
        </a:defRPr>
      </a:lvl3pPr>
      <a:lvl4pPr marL="0" marR="0" indent="0" algn="l" defTabSz="584200" rtl="0" latinLnBrk="0">
        <a:lnSpc>
          <a:spcPct val="100000"/>
        </a:lnSpc>
        <a:spcBef>
          <a:spcPts val="0"/>
        </a:spcBef>
        <a:spcAft>
          <a:spcPts val="0"/>
        </a:spcAft>
        <a:buClrTx/>
        <a:buSzTx/>
        <a:buFontTx/>
        <a:buNone/>
        <a:tabLst/>
        <a:defRPr sz="4000" b="0" i="0" u="none" strike="noStrike" cap="all" spc="0" baseline="0">
          <a:ln>
            <a:noFill/>
          </a:ln>
          <a:solidFill>
            <a:srgbClr val="E99B32"/>
          </a:solidFill>
          <a:uFillTx/>
          <a:latin typeface="Apple SD 산돌고딕 Neo 볼드체"/>
          <a:ea typeface="Apple SD 산돌고딕 Neo 볼드체"/>
          <a:cs typeface="Apple SD 산돌고딕 Neo 볼드체"/>
          <a:sym typeface="Apple SD 산돌고딕 Neo 볼드체"/>
        </a:defRPr>
      </a:lvl4pPr>
      <a:lvl5pPr marL="0" marR="0" indent="0" algn="l" defTabSz="584200" rtl="0" latinLnBrk="0">
        <a:lnSpc>
          <a:spcPct val="100000"/>
        </a:lnSpc>
        <a:spcBef>
          <a:spcPts val="0"/>
        </a:spcBef>
        <a:spcAft>
          <a:spcPts val="0"/>
        </a:spcAft>
        <a:buClrTx/>
        <a:buSzTx/>
        <a:buFontTx/>
        <a:buNone/>
        <a:tabLst/>
        <a:defRPr sz="4000" b="0" i="0" u="none" strike="noStrike" cap="all" spc="0" baseline="0">
          <a:ln>
            <a:noFill/>
          </a:ln>
          <a:solidFill>
            <a:srgbClr val="E99B32"/>
          </a:solidFill>
          <a:uFillTx/>
          <a:latin typeface="Apple SD 산돌고딕 Neo 볼드체"/>
          <a:ea typeface="Apple SD 산돌고딕 Neo 볼드체"/>
          <a:cs typeface="Apple SD 산돌고딕 Neo 볼드체"/>
          <a:sym typeface="Apple SD 산돌고딕 Neo 볼드체"/>
        </a:defRPr>
      </a:lvl5pPr>
      <a:lvl6pPr marL="0" marR="0" indent="0" algn="l" defTabSz="584200" rtl="0" latinLnBrk="0">
        <a:lnSpc>
          <a:spcPct val="100000"/>
        </a:lnSpc>
        <a:spcBef>
          <a:spcPts val="0"/>
        </a:spcBef>
        <a:spcAft>
          <a:spcPts val="0"/>
        </a:spcAft>
        <a:buClrTx/>
        <a:buSzTx/>
        <a:buFontTx/>
        <a:buNone/>
        <a:tabLst/>
        <a:defRPr sz="4000" b="0" i="0" u="none" strike="noStrike" cap="all" spc="0" baseline="0">
          <a:ln>
            <a:noFill/>
          </a:ln>
          <a:solidFill>
            <a:srgbClr val="E99B32"/>
          </a:solidFill>
          <a:uFillTx/>
          <a:latin typeface="Apple SD 산돌고딕 Neo 볼드체"/>
          <a:ea typeface="Apple SD 산돌고딕 Neo 볼드체"/>
          <a:cs typeface="Apple SD 산돌고딕 Neo 볼드체"/>
          <a:sym typeface="Apple SD 산돌고딕 Neo 볼드체"/>
        </a:defRPr>
      </a:lvl6pPr>
      <a:lvl7pPr marL="0" marR="0" indent="0" algn="l" defTabSz="584200" rtl="0" latinLnBrk="0">
        <a:lnSpc>
          <a:spcPct val="100000"/>
        </a:lnSpc>
        <a:spcBef>
          <a:spcPts val="0"/>
        </a:spcBef>
        <a:spcAft>
          <a:spcPts val="0"/>
        </a:spcAft>
        <a:buClrTx/>
        <a:buSzTx/>
        <a:buFontTx/>
        <a:buNone/>
        <a:tabLst/>
        <a:defRPr sz="4000" b="0" i="0" u="none" strike="noStrike" cap="all" spc="0" baseline="0">
          <a:ln>
            <a:noFill/>
          </a:ln>
          <a:solidFill>
            <a:srgbClr val="E99B32"/>
          </a:solidFill>
          <a:uFillTx/>
          <a:latin typeface="Apple SD 산돌고딕 Neo 볼드체"/>
          <a:ea typeface="Apple SD 산돌고딕 Neo 볼드체"/>
          <a:cs typeface="Apple SD 산돌고딕 Neo 볼드체"/>
          <a:sym typeface="Apple SD 산돌고딕 Neo 볼드체"/>
        </a:defRPr>
      </a:lvl7pPr>
      <a:lvl8pPr marL="0" marR="0" indent="0" algn="l" defTabSz="584200" rtl="0" latinLnBrk="0">
        <a:lnSpc>
          <a:spcPct val="100000"/>
        </a:lnSpc>
        <a:spcBef>
          <a:spcPts val="0"/>
        </a:spcBef>
        <a:spcAft>
          <a:spcPts val="0"/>
        </a:spcAft>
        <a:buClrTx/>
        <a:buSzTx/>
        <a:buFontTx/>
        <a:buNone/>
        <a:tabLst/>
        <a:defRPr sz="4000" b="0" i="0" u="none" strike="noStrike" cap="all" spc="0" baseline="0">
          <a:ln>
            <a:noFill/>
          </a:ln>
          <a:solidFill>
            <a:srgbClr val="E99B32"/>
          </a:solidFill>
          <a:uFillTx/>
          <a:latin typeface="Apple SD 산돌고딕 Neo 볼드체"/>
          <a:ea typeface="Apple SD 산돌고딕 Neo 볼드체"/>
          <a:cs typeface="Apple SD 산돌고딕 Neo 볼드체"/>
          <a:sym typeface="Apple SD 산돌고딕 Neo 볼드체"/>
        </a:defRPr>
      </a:lvl8pPr>
      <a:lvl9pPr marL="0" marR="0" indent="0" algn="l" defTabSz="584200" rtl="0" latinLnBrk="0">
        <a:lnSpc>
          <a:spcPct val="100000"/>
        </a:lnSpc>
        <a:spcBef>
          <a:spcPts val="0"/>
        </a:spcBef>
        <a:spcAft>
          <a:spcPts val="0"/>
        </a:spcAft>
        <a:buClrTx/>
        <a:buSzTx/>
        <a:buFontTx/>
        <a:buNone/>
        <a:tabLst/>
        <a:defRPr sz="4000" b="0" i="0" u="none" strike="noStrike" cap="all" spc="0" baseline="0">
          <a:ln>
            <a:noFill/>
          </a:ln>
          <a:solidFill>
            <a:srgbClr val="E99B32"/>
          </a:solidFill>
          <a:uFillTx/>
          <a:latin typeface="Apple SD 산돌고딕 Neo 볼드체"/>
          <a:ea typeface="Apple SD 산돌고딕 Neo 볼드체"/>
          <a:cs typeface="Apple SD 산돌고딕 Neo 볼드체"/>
          <a:sym typeface="Apple SD 산돌고딕 Neo 볼드체"/>
        </a:defRPr>
      </a:lvl9pPr>
    </p:titleStyle>
    <p:bodyStyle>
      <a:lvl1pPr marL="589642" marR="0" indent="-272141" algn="l" defTabSz="584200" rtl="0" latinLnBrk="0">
        <a:lnSpc>
          <a:spcPct val="100000"/>
        </a:lnSpc>
        <a:spcBef>
          <a:spcPts val="2400"/>
        </a:spcBef>
        <a:spcAft>
          <a:spcPts val="0"/>
        </a:spcAft>
        <a:buClrTx/>
        <a:buSzPct val="150000"/>
        <a:buFontTx/>
        <a:buChar char="•"/>
        <a:tabLst/>
        <a:defRPr sz="2200" b="0" i="0" u="none" strike="noStrike" cap="none" spc="0" baseline="0">
          <a:ln>
            <a:noFill/>
          </a:ln>
          <a:solidFill>
            <a:srgbClr val="3E545A"/>
          </a:solidFill>
          <a:uFillTx/>
          <a:latin typeface="Apple SD 산돌고딕 Neo 일반체"/>
          <a:ea typeface="Apple SD 산돌고딕 Neo 일반체"/>
          <a:cs typeface="Apple SD 산돌고딕 Neo 일반체"/>
          <a:sym typeface="Apple SD 산돌고딕 Neo 일반체"/>
        </a:defRPr>
      </a:lvl1pPr>
      <a:lvl2pPr marL="1034142" marR="0" indent="-272142" algn="l" defTabSz="584200" rtl="0" latinLnBrk="0">
        <a:lnSpc>
          <a:spcPct val="100000"/>
        </a:lnSpc>
        <a:spcBef>
          <a:spcPts val="2400"/>
        </a:spcBef>
        <a:spcAft>
          <a:spcPts val="0"/>
        </a:spcAft>
        <a:buClrTx/>
        <a:buSzPct val="150000"/>
        <a:buFontTx/>
        <a:buChar char="•"/>
        <a:tabLst/>
        <a:defRPr sz="2200" b="0" i="0" u="none" strike="noStrike" cap="none" spc="0" baseline="0">
          <a:ln>
            <a:noFill/>
          </a:ln>
          <a:solidFill>
            <a:srgbClr val="3E545A"/>
          </a:solidFill>
          <a:uFillTx/>
          <a:latin typeface="Apple SD 산돌고딕 Neo 일반체"/>
          <a:ea typeface="Apple SD 산돌고딕 Neo 일반체"/>
          <a:cs typeface="Apple SD 산돌고딕 Neo 일반체"/>
          <a:sym typeface="Apple SD 산돌고딕 Neo 일반체"/>
        </a:defRPr>
      </a:lvl2pPr>
      <a:lvl3pPr marL="1478642" marR="0" indent="-272142" algn="l" defTabSz="584200" rtl="0" latinLnBrk="0">
        <a:lnSpc>
          <a:spcPct val="100000"/>
        </a:lnSpc>
        <a:spcBef>
          <a:spcPts val="2400"/>
        </a:spcBef>
        <a:spcAft>
          <a:spcPts val="0"/>
        </a:spcAft>
        <a:buClrTx/>
        <a:buSzPct val="150000"/>
        <a:buFontTx/>
        <a:buChar char="•"/>
        <a:tabLst/>
        <a:defRPr sz="2200" b="0" i="0" u="none" strike="noStrike" cap="none" spc="0" baseline="0">
          <a:ln>
            <a:noFill/>
          </a:ln>
          <a:solidFill>
            <a:srgbClr val="3E545A"/>
          </a:solidFill>
          <a:uFillTx/>
          <a:latin typeface="Apple SD 산돌고딕 Neo 일반체"/>
          <a:ea typeface="Apple SD 산돌고딕 Neo 일반체"/>
          <a:cs typeface="Apple SD 산돌고딕 Neo 일반체"/>
          <a:sym typeface="Apple SD 산돌고딕 Neo 일반체"/>
        </a:defRPr>
      </a:lvl3pPr>
      <a:lvl4pPr marL="1923141" marR="0" indent="-272141" algn="l" defTabSz="584200" rtl="0" latinLnBrk="0">
        <a:lnSpc>
          <a:spcPct val="100000"/>
        </a:lnSpc>
        <a:spcBef>
          <a:spcPts val="2400"/>
        </a:spcBef>
        <a:spcAft>
          <a:spcPts val="0"/>
        </a:spcAft>
        <a:buClrTx/>
        <a:buSzPct val="150000"/>
        <a:buFontTx/>
        <a:buChar char="•"/>
        <a:tabLst/>
        <a:defRPr sz="2200" b="0" i="0" u="none" strike="noStrike" cap="none" spc="0" baseline="0">
          <a:ln>
            <a:noFill/>
          </a:ln>
          <a:solidFill>
            <a:srgbClr val="3E545A"/>
          </a:solidFill>
          <a:uFillTx/>
          <a:latin typeface="Apple SD 산돌고딕 Neo 일반체"/>
          <a:ea typeface="Apple SD 산돌고딕 Neo 일반체"/>
          <a:cs typeface="Apple SD 산돌고딕 Neo 일반체"/>
          <a:sym typeface="Apple SD 산돌고딕 Neo 일반체"/>
        </a:defRPr>
      </a:lvl4pPr>
      <a:lvl5pPr marL="2367641" marR="0" indent="-272141" algn="l" defTabSz="584200" rtl="0" latinLnBrk="0">
        <a:lnSpc>
          <a:spcPct val="100000"/>
        </a:lnSpc>
        <a:spcBef>
          <a:spcPts val="2400"/>
        </a:spcBef>
        <a:spcAft>
          <a:spcPts val="0"/>
        </a:spcAft>
        <a:buClrTx/>
        <a:buSzPct val="150000"/>
        <a:buFontTx/>
        <a:buChar char="•"/>
        <a:tabLst/>
        <a:defRPr sz="2200" b="0" i="0" u="none" strike="noStrike" cap="none" spc="0" baseline="0">
          <a:ln>
            <a:noFill/>
          </a:ln>
          <a:solidFill>
            <a:srgbClr val="3E545A"/>
          </a:solidFill>
          <a:uFillTx/>
          <a:latin typeface="Apple SD 산돌고딕 Neo 일반체"/>
          <a:ea typeface="Apple SD 산돌고딕 Neo 일반체"/>
          <a:cs typeface="Apple SD 산돌고딕 Neo 일반체"/>
          <a:sym typeface="Apple SD 산돌고딕 Neo 일반체"/>
        </a:defRPr>
      </a:lvl5pPr>
      <a:lvl6pPr marL="2750456" marR="0" indent="-299356" algn="l" defTabSz="584200" rtl="0" latinLnBrk="0">
        <a:lnSpc>
          <a:spcPct val="100000"/>
        </a:lnSpc>
        <a:spcBef>
          <a:spcPts val="2400"/>
        </a:spcBef>
        <a:spcAft>
          <a:spcPts val="0"/>
        </a:spcAft>
        <a:buClrTx/>
        <a:buSzPct val="150000"/>
        <a:buFontTx/>
        <a:buChar char="•"/>
        <a:tabLst/>
        <a:defRPr sz="2200" b="0" i="0" u="none" strike="noStrike" cap="none" spc="0" baseline="0">
          <a:ln>
            <a:noFill/>
          </a:ln>
          <a:solidFill>
            <a:srgbClr val="3E545A"/>
          </a:solidFill>
          <a:uFillTx/>
          <a:latin typeface="Apple SD 산돌고딕 Neo 일반체"/>
          <a:ea typeface="Apple SD 산돌고딕 Neo 일반체"/>
          <a:cs typeface="Apple SD 산돌고딕 Neo 일반체"/>
          <a:sym typeface="Apple SD 산돌고딕 Neo 일반체"/>
        </a:defRPr>
      </a:lvl6pPr>
      <a:lvl7pPr marL="3106056" marR="0" indent="-299356" algn="l" defTabSz="584200" rtl="0" latinLnBrk="0">
        <a:lnSpc>
          <a:spcPct val="100000"/>
        </a:lnSpc>
        <a:spcBef>
          <a:spcPts val="2400"/>
        </a:spcBef>
        <a:spcAft>
          <a:spcPts val="0"/>
        </a:spcAft>
        <a:buClrTx/>
        <a:buSzPct val="150000"/>
        <a:buFontTx/>
        <a:buChar char="•"/>
        <a:tabLst/>
        <a:defRPr sz="2200" b="0" i="0" u="none" strike="noStrike" cap="none" spc="0" baseline="0">
          <a:ln>
            <a:noFill/>
          </a:ln>
          <a:solidFill>
            <a:srgbClr val="3E545A"/>
          </a:solidFill>
          <a:uFillTx/>
          <a:latin typeface="Apple SD 산돌고딕 Neo 일반체"/>
          <a:ea typeface="Apple SD 산돌고딕 Neo 일반체"/>
          <a:cs typeface="Apple SD 산돌고딕 Neo 일반체"/>
          <a:sym typeface="Apple SD 산돌고딕 Neo 일반체"/>
        </a:defRPr>
      </a:lvl7pPr>
      <a:lvl8pPr marL="3461656" marR="0" indent="-299356" algn="l" defTabSz="584200" rtl="0" latinLnBrk="0">
        <a:lnSpc>
          <a:spcPct val="100000"/>
        </a:lnSpc>
        <a:spcBef>
          <a:spcPts val="2400"/>
        </a:spcBef>
        <a:spcAft>
          <a:spcPts val="0"/>
        </a:spcAft>
        <a:buClrTx/>
        <a:buSzPct val="150000"/>
        <a:buFontTx/>
        <a:buChar char="•"/>
        <a:tabLst/>
        <a:defRPr sz="2200" b="0" i="0" u="none" strike="noStrike" cap="none" spc="0" baseline="0">
          <a:ln>
            <a:noFill/>
          </a:ln>
          <a:solidFill>
            <a:srgbClr val="3E545A"/>
          </a:solidFill>
          <a:uFillTx/>
          <a:latin typeface="Apple SD 산돌고딕 Neo 일반체"/>
          <a:ea typeface="Apple SD 산돌고딕 Neo 일반체"/>
          <a:cs typeface="Apple SD 산돌고딕 Neo 일반체"/>
          <a:sym typeface="Apple SD 산돌고딕 Neo 일반체"/>
        </a:defRPr>
      </a:lvl8pPr>
      <a:lvl9pPr marL="3817256" marR="0" indent="-299356" algn="l" defTabSz="584200" rtl="0" latinLnBrk="0">
        <a:lnSpc>
          <a:spcPct val="100000"/>
        </a:lnSpc>
        <a:spcBef>
          <a:spcPts val="2400"/>
        </a:spcBef>
        <a:spcAft>
          <a:spcPts val="0"/>
        </a:spcAft>
        <a:buClrTx/>
        <a:buSzPct val="150000"/>
        <a:buFontTx/>
        <a:buChar char="•"/>
        <a:tabLst/>
        <a:defRPr sz="2200" b="0" i="0" u="none" strike="noStrike" cap="none" spc="0" baseline="0">
          <a:ln>
            <a:noFill/>
          </a:ln>
          <a:solidFill>
            <a:srgbClr val="3E545A"/>
          </a:solidFill>
          <a:uFillTx/>
          <a:latin typeface="Apple SD 산돌고딕 Neo 일반체"/>
          <a:ea typeface="Apple SD 산돌고딕 Neo 일반체"/>
          <a:cs typeface="Apple SD 산돌고딕 Neo 일반체"/>
          <a:sym typeface="Apple SD 산돌고딕 Neo 일반체"/>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1pPr>
      <a:lvl2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2pPr>
      <a:lvl3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3pPr>
      <a:lvl4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4pPr>
      <a:lvl5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5pPr>
      <a:lvl6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6pPr>
      <a:lvl7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7pPr>
      <a:lvl8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8pPr>
      <a:lvl9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tif"/></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hape 218"/>
          <p:cNvSpPr>
            <a:spLocks noGrp="1"/>
          </p:cNvSpPr>
          <p:nvPr>
            <p:ph type="subTitle" sz="quarter" idx="1"/>
          </p:nvPr>
        </p:nvSpPr>
        <p:spPr>
          <a:xfrm>
            <a:off x="2044700" y="3268136"/>
            <a:ext cx="7168506" cy="448729"/>
          </a:xfrm>
          <a:prstGeom prst="rect">
            <a:avLst/>
          </a:prstGeom>
        </p:spPr>
        <p:txBody>
          <a:bodyPr/>
          <a:lstStyle>
            <a:lvl1pPr defTabSz="578358">
              <a:spcBef>
                <a:spcPts val="900"/>
              </a:spcBef>
              <a:defRPr sz="2277" b="1">
                <a:latin typeface="나눔고딕"/>
                <a:ea typeface="나눔고딕"/>
                <a:cs typeface="나눔고딕"/>
                <a:sym typeface="나눔고딕"/>
              </a:defRPr>
            </a:lvl1pPr>
          </a:lstStyle>
          <a:p>
            <a:r>
              <a:t>Project - 3D Virtual Human Modeling &amp; Visualization</a:t>
            </a:r>
          </a:p>
        </p:txBody>
      </p:sp>
      <p:sp>
        <p:nvSpPr>
          <p:cNvPr id="219" name="Shape 219"/>
          <p:cNvSpPr>
            <a:spLocks noGrp="1"/>
          </p:cNvSpPr>
          <p:nvPr>
            <p:ph type="ctrTitle"/>
          </p:nvPr>
        </p:nvSpPr>
        <p:spPr>
          <a:xfrm>
            <a:off x="1915664" y="1565621"/>
            <a:ext cx="9236972" cy="1222029"/>
          </a:xfrm>
          <a:prstGeom prst="rect">
            <a:avLst/>
          </a:prstGeom>
        </p:spPr>
        <p:txBody>
          <a:bodyPr/>
          <a:lstStyle>
            <a:lvl1pPr defTabSz="490727">
              <a:defRPr sz="7056"/>
            </a:lvl1pPr>
          </a:lstStyle>
          <a:p>
            <a:r>
              <a:t>computer graphics</a:t>
            </a:r>
          </a:p>
        </p:txBody>
      </p:sp>
      <p:pic>
        <p:nvPicPr>
          <p:cNvPr id="221" name="image1.tif"/>
          <p:cNvPicPr>
            <a:picLocks noChangeAspect="1"/>
          </p:cNvPicPr>
          <p:nvPr/>
        </p:nvPicPr>
        <p:blipFill>
          <a:blip r:embed="rId2"/>
          <a:srcRect t="1163" r="4" b="290"/>
          <a:stretch>
            <a:fillRect/>
          </a:stretch>
        </p:blipFill>
        <p:spPr>
          <a:xfrm>
            <a:off x="5497512" y="4381341"/>
            <a:ext cx="2009776" cy="3767536"/>
          </a:xfrm>
          <a:custGeom>
            <a:avLst/>
            <a:gdLst/>
            <a:ahLst/>
            <a:cxnLst>
              <a:cxn ang="0">
                <a:pos x="wd2" y="hd2"/>
              </a:cxn>
              <a:cxn ang="5400000">
                <a:pos x="wd2" y="hd2"/>
              </a:cxn>
              <a:cxn ang="10800000">
                <a:pos x="wd2" y="hd2"/>
              </a:cxn>
              <a:cxn ang="16200000">
                <a:pos x="wd2" y="hd2"/>
              </a:cxn>
            </a:cxnLst>
            <a:rect l="0" t="0" r="r" b="b"/>
            <a:pathLst>
              <a:path w="21600" h="21600" extrusionOk="0">
                <a:moveTo>
                  <a:pt x="567" y="0"/>
                </a:moveTo>
                <a:cubicBezTo>
                  <a:pt x="253" y="0"/>
                  <a:pt x="0" y="135"/>
                  <a:pt x="0" y="303"/>
                </a:cubicBezTo>
                <a:lnTo>
                  <a:pt x="0" y="21295"/>
                </a:lnTo>
                <a:cubicBezTo>
                  <a:pt x="0" y="21463"/>
                  <a:pt x="253" y="21600"/>
                  <a:pt x="567" y="21600"/>
                </a:cubicBezTo>
                <a:lnTo>
                  <a:pt x="21033" y="21600"/>
                </a:lnTo>
                <a:cubicBezTo>
                  <a:pt x="21347" y="21600"/>
                  <a:pt x="21600" y="21463"/>
                  <a:pt x="21600" y="21295"/>
                </a:cubicBezTo>
                <a:lnTo>
                  <a:pt x="21600" y="303"/>
                </a:lnTo>
                <a:cubicBezTo>
                  <a:pt x="21600" y="135"/>
                  <a:pt x="21347" y="0"/>
                  <a:pt x="21033" y="0"/>
                </a:cubicBezTo>
                <a:lnTo>
                  <a:pt x="567" y="0"/>
                </a:lnTo>
                <a:close/>
              </a:path>
            </a:pathLst>
          </a:custGeom>
          <a:ln w="12700">
            <a:miter lim="400000"/>
          </a:ln>
          <a:effectLst>
            <a:outerShdw blurRad="215900" dist="123505" rotWithShape="0">
              <a:srgbClr val="FCE3AE">
                <a:alpha val="71006"/>
              </a:srgbClr>
            </a:outerShdw>
          </a:effectLst>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hape 223"/>
          <p:cNvSpPr>
            <a:spLocks noGrp="1"/>
          </p:cNvSpPr>
          <p:nvPr>
            <p:ph type="title" idx="4294967295"/>
          </p:nvPr>
        </p:nvSpPr>
        <p:spPr>
          <a:xfrm>
            <a:off x="4860825" y="1368490"/>
            <a:ext cx="3283150" cy="1039864"/>
          </a:xfrm>
          <a:prstGeom prst="rect">
            <a:avLst/>
          </a:prstGeom>
        </p:spPr>
        <p:txBody>
          <a:bodyPr anchor="b"/>
          <a:lstStyle>
            <a:lvl1pPr defTabSz="572516">
              <a:defRPr sz="5880">
                <a:latin typeface="Impact"/>
                <a:ea typeface="Impact"/>
                <a:cs typeface="Impact"/>
                <a:sym typeface="Impact"/>
              </a:defRPr>
            </a:lvl1pPr>
          </a:lstStyle>
          <a:p>
            <a:r>
              <a:t>contents</a:t>
            </a:r>
          </a:p>
        </p:txBody>
      </p:sp>
      <p:sp>
        <p:nvSpPr>
          <p:cNvPr id="224" name="Shape 224"/>
          <p:cNvSpPr>
            <a:spLocks noGrp="1"/>
          </p:cNvSpPr>
          <p:nvPr>
            <p:ph type="body" sz="quarter" idx="4294967295"/>
          </p:nvPr>
        </p:nvSpPr>
        <p:spPr>
          <a:xfrm>
            <a:off x="3558149" y="3250232"/>
            <a:ext cx="5952002" cy="3773836"/>
          </a:xfrm>
          <a:prstGeom prst="rect">
            <a:avLst/>
          </a:prstGeom>
        </p:spPr>
        <p:txBody>
          <a:bodyPr anchor="ctr"/>
          <a:lstStyle/>
          <a:p>
            <a:pPr marL="0" indent="0">
              <a:lnSpc>
                <a:spcPct val="140000"/>
              </a:lnSpc>
              <a:buSzPct val="100000"/>
              <a:buAutoNum type="romanUcPeriod"/>
              <a:defRPr sz="3000" b="1">
                <a:latin typeface="나눔고딕"/>
                <a:ea typeface="나눔고딕"/>
                <a:cs typeface="나눔고딕"/>
                <a:sym typeface="나눔고딕"/>
              </a:defRPr>
            </a:pPr>
            <a:r>
              <a:t>    프로젝트 소개</a:t>
            </a:r>
          </a:p>
          <a:p>
            <a:pPr marL="0" indent="0">
              <a:lnSpc>
                <a:spcPct val="140000"/>
              </a:lnSpc>
              <a:buSzPct val="100000"/>
              <a:buAutoNum type="romanUcPeriod"/>
              <a:defRPr sz="3000" b="1">
                <a:latin typeface="나눔고딕"/>
                <a:ea typeface="나눔고딕"/>
                <a:cs typeface="나눔고딕"/>
                <a:sym typeface="나눔고딕"/>
              </a:defRPr>
            </a:pPr>
            <a:r>
              <a:t>   Modeling &amp; Texture Mapping</a:t>
            </a:r>
          </a:p>
          <a:p>
            <a:pPr marL="0" indent="0">
              <a:lnSpc>
                <a:spcPct val="140000"/>
              </a:lnSpc>
              <a:buSzPct val="100000"/>
              <a:buAutoNum type="romanUcPeriod"/>
              <a:defRPr sz="3000" b="1">
                <a:latin typeface="나눔고딕"/>
                <a:ea typeface="나눔고딕"/>
                <a:cs typeface="나눔고딕"/>
                <a:sym typeface="나눔고딕"/>
              </a:defRPr>
            </a:pPr>
            <a:r>
              <a:t>  주요 기능 설명</a:t>
            </a:r>
          </a:p>
          <a:p>
            <a:pPr marL="0" indent="0">
              <a:lnSpc>
                <a:spcPct val="140000"/>
              </a:lnSpc>
              <a:buSzPct val="100000"/>
              <a:buAutoNum type="romanUcPeriod"/>
              <a:defRPr sz="3000" b="1">
                <a:latin typeface="나눔고딕"/>
                <a:ea typeface="나눔고딕"/>
                <a:cs typeface="나눔고딕"/>
                <a:sym typeface="나눔고딕"/>
              </a:defRPr>
            </a:pPr>
            <a:r>
              <a:t>  Demo</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Shape 226"/>
          <p:cNvSpPr>
            <a:spLocks noGrp="1"/>
          </p:cNvSpPr>
          <p:nvPr>
            <p:ph type="title"/>
          </p:nvPr>
        </p:nvSpPr>
        <p:spPr>
          <a:prstGeom prst="rect">
            <a:avLst/>
          </a:prstGeom>
        </p:spPr>
        <p:txBody>
          <a:bodyPr/>
          <a:lstStyle>
            <a:lvl1pPr>
              <a:defRPr spc="-1100">
                <a:latin typeface="헤드라인A"/>
                <a:ea typeface="헤드라인A"/>
                <a:cs typeface="헤드라인A"/>
                <a:sym typeface="헤드라인A"/>
              </a:defRPr>
            </a:lvl1pPr>
          </a:lstStyle>
          <a:p>
            <a:r>
              <a:t>프로젝트 소개</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hape 228"/>
          <p:cNvSpPr>
            <a:spLocks noGrp="1"/>
          </p:cNvSpPr>
          <p:nvPr>
            <p:ph type="title"/>
          </p:nvPr>
        </p:nvSpPr>
        <p:spPr>
          <a:xfrm>
            <a:off x="1269999" y="986779"/>
            <a:ext cx="6227765" cy="864246"/>
          </a:xfrm>
          <a:prstGeom prst="rect">
            <a:avLst/>
          </a:prstGeom>
        </p:spPr>
        <p:txBody>
          <a:bodyPr/>
          <a:lstStyle/>
          <a:p>
            <a:r>
              <a:t>프로젝트 소개 - 목표 및 idea</a:t>
            </a:r>
          </a:p>
        </p:txBody>
      </p:sp>
      <p:sp>
        <p:nvSpPr>
          <p:cNvPr id="229" name="Shape 229"/>
          <p:cNvSpPr>
            <a:spLocks noGrp="1"/>
          </p:cNvSpPr>
          <p:nvPr>
            <p:ph type="body" idx="1"/>
          </p:nvPr>
        </p:nvSpPr>
        <p:spPr>
          <a:xfrm>
            <a:off x="1070742" y="2451100"/>
            <a:ext cx="10926816" cy="6557813"/>
          </a:xfrm>
          <a:prstGeom prst="rect">
            <a:avLst/>
          </a:prstGeom>
        </p:spPr>
        <p:txBody>
          <a:bodyPr/>
          <a:lstStyle/>
          <a:p>
            <a:pPr marL="695613" indent="-505113">
              <a:lnSpc>
                <a:spcPct val="150000"/>
              </a:lnSpc>
              <a:defRPr sz="2000">
                <a:latin typeface="나눔고딕"/>
                <a:ea typeface="나눔고딕"/>
                <a:cs typeface="나눔고딕"/>
                <a:sym typeface="나눔고딕"/>
              </a:defRPr>
            </a:pPr>
            <a:r>
              <a:t>목표</a:t>
            </a:r>
            <a:br/>
            <a:r>
              <a:t>:  컴퓨터 그래픽스 수업을 통해 배운 OpenGL을 바탕으로 3D Human 모델링 수행</a:t>
            </a:r>
          </a:p>
          <a:p>
            <a:pPr marL="695613" indent="-505113">
              <a:lnSpc>
                <a:spcPct val="150000"/>
              </a:lnSpc>
              <a:defRPr sz="2000">
                <a:latin typeface="나눔고딕"/>
                <a:ea typeface="나눔고딕"/>
                <a:cs typeface="나눔고딕"/>
                <a:sym typeface="나눔고딕"/>
              </a:defRPr>
            </a:pPr>
            <a:r>
              <a:t>IDEA</a:t>
            </a:r>
            <a:br/>
            <a:r>
              <a:t>:   평소 좋아하는 캐릭터인 ‘Astro Boy’ 아톰 캐릭터를 모델링 하기로 결정</a:t>
            </a:r>
          </a:p>
          <a:p>
            <a:pPr marL="635000" indent="-444500">
              <a:lnSpc>
                <a:spcPct val="150000"/>
              </a:lnSpc>
              <a:defRPr sz="2000">
                <a:latin typeface="나눔고딕"/>
                <a:ea typeface="나눔고딕"/>
                <a:cs typeface="나눔고딕"/>
                <a:sym typeface="나눔고딕"/>
              </a:defRPr>
            </a:pPr>
            <a:r>
              <a:t> 오른쪽 그림은 프로젝트를 진행하며 모델링에 참고한 </a:t>
            </a:r>
            <a:br/>
            <a:r>
              <a:t>실제 아톰 피규어 이미지</a:t>
            </a:r>
          </a:p>
        </p:txBody>
      </p:sp>
      <p:grpSp>
        <p:nvGrpSpPr>
          <p:cNvPr id="232" name="Group 232"/>
          <p:cNvGrpSpPr/>
          <p:nvPr/>
        </p:nvGrpSpPr>
        <p:grpSpPr>
          <a:xfrm>
            <a:off x="8599635" y="4900483"/>
            <a:ext cx="2446202" cy="3573134"/>
            <a:chOff x="0" y="0"/>
            <a:chExt cx="2446200" cy="3573133"/>
          </a:xfrm>
        </p:grpSpPr>
        <p:pic>
          <p:nvPicPr>
            <p:cNvPr id="230" name="image1.png"/>
            <p:cNvPicPr>
              <a:picLocks noChangeAspect="1"/>
            </p:cNvPicPr>
            <p:nvPr/>
          </p:nvPicPr>
          <p:blipFill>
            <a:blip r:embed="rId2"/>
            <a:srcRect l="28491" r="28491"/>
            <a:stretch>
              <a:fillRect/>
            </a:stretch>
          </p:blipFill>
          <p:spPr>
            <a:xfrm>
              <a:off x="127000" y="88900"/>
              <a:ext cx="2192200" cy="3242933"/>
            </a:xfrm>
            <a:prstGeom prst="rect">
              <a:avLst/>
            </a:prstGeom>
            <a:ln w="12700" cap="flat">
              <a:noFill/>
              <a:miter lim="400000"/>
            </a:ln>
            <a:effectLst/>
          </p:spPr>
        </p:pic>
        <p:pic>
          <p:nvPicPr>
            <p:cNvPr id="231" name="image2.png"/>
            <p:cNvPicPr>
              <a:picLocks noChangeAspect="1"/>
            </p:cNvPicPr>
            <p:nvPr/>
          </p:nvPicPr>
          <p:blipFill>
            <a:blip r:embed="rId3"/>
            <a:stretch>
              <a:fillRect/>
            </a:stretch>
          </p:blipFill>
          <p:spPr>
            <a:xfrm>
              <a:off x="-1" y="0"/>
              <a:ext cx="2446201" cy="3573134"/>
            </a:xfrm>
            <a:prstGeom prst="rect">
              <a:avLst/>
            </a:prstGeom>
            <a:ln w="12700" cap="flat">
              <a:noFill/>
              <a:miter lim="400000"/>
            </a:ln>
            <a:effectLst/>
          </p:spPr>
        </p:pic>
      </p:gr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Shape 234"/>
          <p:cNvSpPr>
            <a:spLocks noGrp="1"/>
          </p:cNvSpPr>
          <p:nvPr>
            <p:ph type="title"/>
          </p:nvPr>
        </p:nvSpPr>
        <p:spPr>
          <a:xfrm>
            <a:off x="1205739" y="4057650"/>
            <a:ext cx="10783821" cy="1638300"/>
          </a:xfrm>
          <a:prstGeom prst="rect">
            <a:avLst/>
          </a:prstGeom>
        </p:spPr>
        <p:txBody>
          <a:bodyPr/>
          <a:lstStyle>
            <a:lvl1pPr>
              <a:defRPr spc="-200"/>
            </a:lvl1pPr>
          </a:lstStyle>
          <a:p>
            <a:r>
              <a:t>Modeling &amp; Texture Mapping</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Shape 236"/>
          <p:cNvSpPr>
            <a:spLocks noGrp="1"/>
          </p:cNvSpPr>
          <p:nvPr>
            <p:ph type="title"/>
          </p:nvPr>
        </p:nvSpPr>
        <p:spPr>
          <a:xfrm>
            <a:off x="1270000" y="986779"/>
            <a:ext cx="7683500" cy="864246"/>
          </a:xfrm>
          <a:prstGeom prst="rect">
            <a:avLst/>
          </a:prstGeom>
        </p:spPr>
        <p:txBody>
          <a:bodyPr/>
          <a:lstStyle/>
          <a:p>
            <a:r>
              <a:t>Modeling - 작업 순서</a:t>
            </a:r>
          </a:p>
        </p:txBody>
      </p:sp>
      <p:sp>
        <p:nvSpPr>
          <p:cNvPr id="237" name="Shape 237"/>
          <p:cNvSpPr>
            <a:spLocks noGrp="1"/>
          </p:cNvSpPr>
          <p:nvPr>
            <p:ph type="body" idx="1"/>
          </p:nvPr>
        </p:nvSpPr>
        <p:spPr>
          <a:xfrm>
            <a:off x="1070742" y="2451100"/>
            <a:ext cx="8342068" cy="6557813"/>
          </a:xfrm>
          <a:prstGeom prst="rect">
            <a:avLst/>
          </a:prstGeom>
        </p:spPr>
        <p:txBody>
          <a:bodyPr/>
          <a:lstStyle/>
          <a:p>
            <a:pPr marL="635000" indent="-444500">
              <a:lnSpc>
                <a:spcPct val="150000"/>
              </a:lnSpc>
              <a:defRPr sz="2000">
                <a:latin typeface="나눔고딕"/>
                <a:ea typeface="나눔고딕"/>
                <a:cs typeface="나눔고딕"/>
                <a:sym typeface="나눔고딕"/>
              </a:defRPr>
            </a:pPr>
            <a:r>
              <a:t> 코드에서 직접 모델링을 구현하면 시간이 오래 걸릴 것으로 판단</a:t>
            </a:r>
          </a:p>
          <a:p>
            <a:pPr marL="635000" indent="-444500">
              <a:lnSpc>
                <a:spcPct val="150000"/>
              </a:lnSpc>
              <a:defRPr sz="2000">
                <a:latin typeface="나눔고딕"/>
                <a:ea typeface="나눔고딕"/>
                <a:cs typeface="나눔고딕"/>
                <a:sym typeface="나눔고딕"/>
              </a:defRPr>
            </a:pPr>
            <a:r>
              <a:t> 3D 컴퓨터 애니메이션, 모델링, 시뮬레이션을 위한 기능을 </a:t>
            </a:r>
            <a:br/>
            <a:r>
              <a:t>제공하는 Tool인 Maya를 사용하여 모델링에 필요한 요소들을</a:t>
            </a:r>
            <a:br/>
            <a:r>
              <a:t>시뮬레이션하여 도형, 크기, 회전, 위치 값을 추출하여 OpenGL</a:t>
            </a:r>
            <a:br/>
            <a:r>
              <a:t>프로젝트에 적용</a:t>
            </a:r>
          </a:p>
          <a:p>
            <a:pPr marL="635000" indent="-444500">
              <a:lnSpc>
                <a:spcPct val="150000"/>
              </a:lnSpc>
              <a:defRPr sz="2000">
                <a:latin typeface="나눔고딕"/>
                <a:ea typeface="나눔고딕"/>
                <a:cs typeface="나눔고딕"/>
                <a:sym typeface="나눔고딕"/>
              </a:defRPr>
            </a:pPr>
            <a:r>
              <a:t> 실제로 OpenGL으로 옮기는 과정에서 좌표값과 회전값이 </a:t>
            </a:r>
            <a:br/>
            <a:r>
              <a:t>다른 부분이 생기고 Scale을 조정하는 부분에서 문제가 </a:t>
            </a:r>
            <a:br/>
            <a:r>
              <a:t>발생했지만 코드 상에서 위치를 확인하며 직접 구현하여 해결</a:t>
            </a:r>
          </a:p>
        </p:txBody>
      </p:sp>
      <p:grpSp>
        <p:nvGrpSpPr>
          <p:cNvPr id="240" name="Group 240"/>
          <p:cNvGrpSpPr/>
          <p:nvPr/>
        </p:nvGrpSpPr>
        <p:grpSpPr>
          <a:xfrm>
            <a:off x="9137461" y="5555167"/>
            <a:ext cx="2440666" cy="3375241"/>
            <a:chOff x="0" y="0"/>
            <a:chExt cx="2440664" cy="3375240"/>
          </a:xfrm>
        </p:grpSpPr>
        <p:pic>
          <p:nvPicPr>
            <p:cNvPr id="238" name="image3.png"/>
            <p:cNvPicPr>
              <a:picLocks noChangeAspect="1"/>
            </p:cNvPicPr>
            <p:nvPr/>
          </p:nvPicPr>
          <p:blipFill>
            <a:blip r:embed="rId2"/>
            <a:stretch>
              <a:fillRect/>
            </a:stretch>
          </p:blipFill>
          <p:spPr>
            <a:xfrm>
              <a:off x="127000" y="88899"/>
              <a:ext cx="2186665" cy="3045041"/>
            </a:xfrm>
            <a:prstGeom prst="rect">
              <a:avLst/>
            </a:prstGeom>
            <a:ln w="12700" cap="flat">
              <a:noFill/>
              <a:miter lim="400000"/>
            </a:ln>
            <a:effectLst/>
          </p:spPr>
        </p:pic>
        <p:pic>
          <p:nvPicPr>
            <p:cNvPr id="239" name="image4.png"/>
            <p:cNvPicPr>
              <a:picLocks noChangeAspect="1"/>
            </p:cNvPicPr>
            <p:nvPr/>
          </p:nvPicPr>
          <p:blipFill>
            <a:blip r:embed="rId3"/>
            <a:stretch>
              <a:fillRect/>
            </a:stretch>
          </p:blipFill>
          <p:spPr>
            <a:xfrm>
              <a:off x="0" y="-1"/>
              <a:ext cx="2440665" cy="3375242"/>
            </a:xfrm>
            <a:prstGeom prst="rect">
              <a:avLst/>
            </a:prstGeom>
            <a:ln w="12700" cap="flat">
              <a:noFill/>
              <a:miter lim="400000"/>
            </a:ln>
            <a:effectLst/>
          </p:spPr>
        </p:pic>
      </p:grpSp>
      <p:grpSp>
        <p:nvGrpSpPr>
          <p:cNvPr id="243" name="Group 243"/>
          <p:cNvGrpSpPr/>
          <p:nvPr/>
        </p:nvGrpSpPr>
        <p:grpSpPr>
          <a:xfrm>
            <a:off x="9410303" y="3286621"/>
            <a:ext cx="1894982" cy="1971180"/>
            <a:chOff x="0" y="0"/>
            <a:chExt cx="1894981" cy="1971179"/>
          </a:xfrm>
        </p:grpSpPr>
        <p:pic>
          <p:nvPicPr>
            <p:cNvPr id="241" name="image2.tif"/>
            <p:cNvPicPr>
              <a:picLocks noChangeAspect="1"/>
            </p:cNvPicPr>
            <p:nvPr/>
          </p:nvPicPr>
          <p:blipFill>
            <a:blip r:embed="rId4"/>
            <a:stretch>
              <a:fillRect/>
            </a:stretch>
          </p:blipFill>
          <p:spPr>
            <a:xfrm>
              <a:off x="127000" y="88899"/>
              <a:ext cx="1640981" cy="1640981"/>
            </a:xfrm>
            <a:prstGeom prst="rect">
              <a:avLst/>
            </a:prstGeom>
            <a:ln w="12700" cap="flat">
              <a:noFill/>
              <a:miter lim="400000"/>
            </a:ln>
            <a:effectLst/>
          </p:spPr>
        </p:pic>
        <p:pic>
          <p:nvPicPr>
            <p:cNvPr id="242" name="image5.png"/>
            <p:cNvPicPr>
              <a:picLocks noChangeAspect="1"/>
            </p:cNvPicPr>
            <p:nvPr/>
          </p:nvPicPr>
          <p:blipFill>
            <a:blip r:embed="rId5"/>
            <a:stretch>
              <a:fillRect/>
            </a:stretch>
          </p:blipFill>
          <p:spPr>
            <a:xfrm>
              <a:off x="0" y="0"/>
              <a:ext cx="1894982" cy="1971180"/>
            </a:xfrm>
            <a:prstGeom prst="rect">
              <a:avLst/>
            </a:prstGeom>
            <a:ln w="12700" cap="flat">
              <a:noFill/>
              <a:miter lim="400000"/>
            </a:ln>
            <a:effectLst/>
          </p:spPr>
        </p:pic>
      </p:gr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Shape 245"/>
          <p:cNvSpPr>
            <a:spLocks noGrp="1"/>
          </p:cNvSpPr>
          <p:nvPr>
            <p:ph type="title"/>
          </p:nvPr>
        </p:nvSpPr>
        <p:spPr>
          <a:xfrm>
            <a:off x="1270000" y="986779"/>
            <a:ext cx="7683500" cy="864246"/>
          </a:xfrm>
          <a:prstGeom prst="rect">
            <a:avLst/>
          </a:prstGeom>
        </p:spPr>
        <p:txBody>
          <a:bodyPr/>
          <a:lstStyle/>
          <a:p>
            <a:r>
              <a:t>Texture Mapping - 작업 순서</a:t>
            </a:r>
          </a:p>
        </p:txBody>
      </p:sp>
      <p:sp>
        <p:nvSpPr>
          <p:cNvPr id="246" name="Shape 246"/>
          <p:cNvSpPr>
            <a:spLocks noGrp="1"/>
          </p:cNvSpPr>
          <p:nvPr>
            <p:ph type="body" sz="half" idx="1"/>
          </p:nvPr>
        </p:nvSpPr>
        <p:spPr>
          <a:xfrm>
            <a:off x="1070742" y="2451099"/>
            <a:ext cx="10918101" cy="2555596"/>
          </a:xfrm>
          <a:prstGeom prst="rect">
            <a:avLst/>
          </a:prstGeom>
        </p:spPr>
        <p:txBody>
          <a:bodyPr/>
          <a:lstStyle/>
          <a:p>
            <a:pPr marL="635000" indent="-444500">
              <a:lnSpc>
                <a:spcPct val="150000"/>
              </a:lnSpc>
              <a:defRPr sz="2000">
                <a:latin typeface="나눔고딕"/>
                <a:ea typeface="나눔고딕"/>
                <a:cs typeface="나눔고딕"/>
                <a:sym typeface="나눔고딕"/>
              </a:defRPr>
            </a:pPr>
            <a:r>
              <a:t>사각형 텍스쳐를 구(Sphere)형에 입히면 왜곡이 발생함</a:t>
            </a:r>
          </a:p>
          <a:p>
            <a:pPr marL="635000" indent="-444500">
              <a:lnSpc>
                <a:spcPct val="150000"/>
              </a:lnSpc>
              <a:defRPr sz="2000">
                <a:latin typeface="나눔고딕"/>
                <a:ea typeface="나눔고딕"/>
                <a:cs typeface="나눔고딕"/>
                <a:sym typeface="나눔고딕"/>
              </a:defRPr>
            </a:pPr>
            <a:r>
              <a:t>최대한 목표 이미지와 근접하게 만들기 위해 테스트용 텍스쳐를 씌우고 그림판으로 수정하며 위치를 표시. 표시한 위치를 기반으로 텍스쳐 이미지 그림</a:t>
            </a:r>
          </a:p>
        </p:txBody>
      </p:sp>
      <p:grpSp>
        <p:nvGrpSpPr>
          <p:cNvPr id="249" name="Group 249"/>
          <p:cNvGrpSpPr/>
          <p:nvPr/>
        </p:nvGrpSpPr>
        <p:grpSpPr>
          <a:xfrm>
            <a:off x="7304500" y="4994373"/>
            <a:ext cx="3230698" cy="3306898"/>
            <a:chOff x="0" y="0"/>
            <a:chExt cx="3230696" cy="3306896"/>
          </a:xfrm>
        </p:grpSpPr>
        <p:pic>
          <p:nvPicPr>
            <p:cNvPr id="247" name="image6.png"/>
            <p:cNvPicPr>
              <a:picLocks noChangeAspect="1"/>
            </p:cNvPicPr>
            <p:nvPr/>
          </p:nvPicPr>
          <p:blipFill>
            <a:blip r:embed="rId2"/>
            <a:stretch>
              <a:fillRect/>
            </a:stretch>
          </p:blipFill>
          <p:spPr>
            <a:xfrm>
              <a:off x="127000" y="88899"/>
              <a:ext cx="2976697" cy="2976698"/>
            </a:xfrm>
            <a:prstGeom prst="rect">
              <a:avLst/>
            </a:prstGeom>
            <a:ln w="12700" cap="flat">
              <a:noFill/>
              <a:miter lim="400000"/>
            </a:ln>
            <a:effectLst/>
          </p:spPr>
        </p:pic>
        <p:pic>
          <p:nvPicPr>
            <p:cNvPr id="248" name="image7.png"/>
            <p:cNvPicPr>
              <a:picLocks noChangeAspect="1"/>
            </p:cNvPicPr>
            <p:nvPr/>
          </p:nvPicPr>
          <p:blipFill>
            <a:blip r:embed="rId3"/>
            <a:stretch>
              <a:fillRect/>
            </a:stretch>
          </p:blipFill>
          <p:spPr>
            <a:xfrm>
              <a:off x="0" y="-1"/>
              <a:ext cx="3230698" cy="3306898"/>
            </a:xfrm>
            <a:prstGeom prst="rect">
              <a:avLst/>
            </a:prstGeom>
            <a:ln w="12700" cap="flat">
              <a:noFill/>
              <a:miter lim="400000"/>
            </a:ln>
            <a:effectLst/>
          </p:spPr>
        </p:pic>
      </p:grpSp>
      <p:grpSp>
        <p:nvGrpSpPr>
          <p:cNvPr id="252" name="Group 252"/>
          <p:cNvGrpSpPr/>
          <p:nvPr/>
        </p:nvGrpSpPr>
        <p:grpSpPr>
          <a:xfrm>
            <a:off x="2525385" y="4994373"/>
            <a:ext cx="3230698" cy="3306898"/>
            <a:chOff x="0" y="0"/>
            <a:chExt cx="3230696" cy="3306896"/>
          </a:xfrm>
        </p:grpSpPr>
        <p:pic>
          <p:nvPicPr>
            <p:cNvPr id="250" name="image8.png"/>
            <p:cNvPicPr>
              <a:picLocks noChangeAspect="1"/>
            </p:cNvPicPr>
            <p:nvPr/>
          </p:nvPicPr>
          <p:blipFill>
            <a:blip r:embed="rId4"/>
            <a:stretch>
              <a:fillRect/>
            </a:stretch>
          </p:blipFill>
          <p:spPr>
            <a:xfrm>
              <a:off x="127000" y="88899"/>
              <a:ext cx="2976697" cy="2976698"/>
            </a:xfrm>
            <a:prstGeom prst="rect">
              <a:avLst/>
            </a:prstGeom>
            <a:ln w="12700" cap="flat">
              <a:noFill/>
              <a:miter lim="400000"/>
            </a:ln>
            <a:effectLst/>
          </p:spPr>
        </p:pic>
        <p:pic>
          <p:nvPicPr>
            <p:cNvPr id="251" name="image7.png"/>
            <p:cNvPicPr>
              <a:picLocks noChangeAspect="1"/>
            </p:cNvPicPr>
            <p:nvPr/>
          </p:nvPicPr>
          <p:blipFill>
            <a:blip r:embed="rId3"/>
            <a:stretch>
              <a:fillRect/>
            </a:stretch>
          </p:blipFill>
          <p:spPr>
            <a:xfrm>
              <a:off x="0" y="-1"/>
              <a:ext cx="3230698" cy="3306898"/>
            </a:xfrm>
            <a:prstGeom prst="rect">
              <a:avLst/>
            </a:prstGeom>
            <a:ln w="12700" cap="flat">
              <a:noFill/>
              <a:miter lim="400000"/>
            </a:ln>
            <a:effectLst/>
          </p:spPr>
        </p:pic>
      </p:gr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254"/>
          <p:cNvSpPr>
            <a:spLocks noGrp="1"/>
          </p:cNvSpPr>
          <p:nvPr>
            <p:ph type="title"/>
          </p:nvPr>
        </p:nvSpPr>
        <p:spPr>
          <a:prstGeom prst="rect">
            <a:avLst/>
          </a:prstGeom>
        </p:spPr>
        <p:txBody>
          <a:bodyPr/>
          <a:lstStyle>
            <a:lvl1pPr>
              <a:defRPr spc="-1100">
                <a:latin typeface="헤드라인A"/>
                <a:ea typeface="헤드라인A"/>
                <a:cs typeface="헤드라인A"/>
                <a:sym typeface="헤드라인A"/>
              </a:defRPr>
            </a:lvl1pPr>
          </a:lstStyle>
          <a:p>
            <a:r>
              <a:t>주요 기능 설명</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Shape 256"/>
          <p:cNvSpPr>
            <a:spLocks noGrp="1"/>
          </p:cNvSpPr>
          <p:nvPr>
            <p:ph type="title"/>
          </p:nvPr>
        </p:nvSpPr>
        <p:spPr>
          <a:xfrm>
            <a:off x="1270000" y="986779"/>
            <a:ext cx="7683500" cy="864246"/>
          </a:xfrm>
          <a:prstGeom prst="rect">
            <a:avLst/>
          </a:prstGeom>
        </p:spPr>
        <p:txBody>
          <a:bodyPr/>
          <a:lstStyle/>
          <a:p>
            <a:r>
              <a:t>주요 기능 설명(1) -</a:t>
            </a:r>
            <a:r>
              <a:rPr sz="3500"/>
              <a:t> </a:t>
            </a:r>
            <a:r>
              <a:rPr sz="3000"/>
              <a:t>초기화, 조명, Zoom</a:t>
            </a:r>
          </a:p>
        </p:txBody>
      </p:sp>
      <p:sp>
        <p:nvSpPr>
          <p:cNvPr id="257" name="Shape 257"/>
          <p:cNvSpPr>
            <a:spLocks noGrp="1"/>
          </p:cNvSpPr>
          <p:nvPr>
            <p:ph type="body" idx="1"/>
          </p:nvPr>
        </p:nvSpPr>
        <p:spPr>
          <a:xfrm>
            <a:off x="1070742" y="2451099"/>
            <a:ext cx="10926816" cy="6610138"/>
          </a:xfrm>
          <a:prstGeom prst="rect">
            <a:avLst/>
          </a:prstGeom>
        </p:spPr>
        <p:txBody>
          <a:bodyPr/>
          <a:lstStyle/>
          <a:p>
            <a:pPr marL="684388" indent="-493888">
              <a:lnSpc>
                <a:spcPct val="140000"/>
              </a:lnSpc>
              <a:defRPr sz="1800" b="1">
                <a:latin typeface="나눔고딕"/>
                <a:ea typeface="나눔고딕"/>
                <a:cs typeface="나눔고딕"/>
                <a:sym typeface="나눔고딕"/>
              </a:defRPr>
            </a:pPr>
            <a:r>
              <a:rPr sz="2000"/>
              <a:t>void init(void)</a:t>
            </a:r>
            <a:br/>
            <a:r>
              <a:rPr b="0"/>
              <a:t>: 초기화 함수로 glClearColor()를 통해 배경 색을 지정하고 TurnOnLight()함수를 호출하여 조명을 설정한다. </a:t>
            </a:r>
            <a:br>
              <a:rPr b="0"/>
            </a:br>
            <a:r>
              <a:rPr sz="1500" b="0"/>
              <a:t>// glClearColor(GLfloat red, GLfloat green, GLfloat blue, GLfloat alpha)</a:t>
            </a:r>
            <a:endParaRPr sz="1500"/>
          </a:p>
          <a:p>
            <a:pPr marL="684388" indent="-493888">
              <a:lnSpc>
                <a:spcPct val="140000"/>
              </a:lnSpc>
              <a:defRPr sz="1800" b="1">
                <a:latin typeface="나눔고딕"/>
                <a:ea typeface="나눔고딕"/>
                <a:cs typeface="나눔고딕"/>
                <a:sym typeface="나눔고딕"/>
              </a:defRPr>
            </a:pPr>
            <a:r>
              <a:rPr sz="2000"/>
              <a:t>void TurnOnLight()</a:t>
            </a:r>
            <a:br/>
            <a:r>
              <a:rPr b="0"/>
              <a:t>: 조명색, 반사되어 비치는 정도 그리고 조명값(위치)를 지정해준다. 추가적으로 glMaterialfv()을 통해 물체의 재질을 설정하고 glLightfv()를 통해 조명의 위치와 특성을 지정한다. </a:t>
            </a:r>
            <a:br>
              <a:rPr b="0"/>
            </a:br>
            <a:r>
              <a:rPr sz="1500" b="0"/>
              <a:t>// glMaterialfv(GLenum face, GLenum pname, const GLfloat* params)</a:t>
            </a:r>
            <a:br>
              <a:rPr sz="1500" b="0"/>
            </a:br>
            <a:r>
              <a:rPr sz="1500" b="0"/>
              <a:t>    glLightfv(GLenum light, GLenum pname, const GLfloat* params)</a:t>
            </a:r>
          </a:p>
          <a:p>
            <a:pPr marL="684388" indent="-493888">
              <a:lnSpc>
                <a:spcPct val="140000"/>
              </a:lnSpc>
              <a:defRPr sz="1800" b="1">
                <a:latin typeface="나눔고딕"/>
                <a:ea typeface="나눔고딕"/>
                <a:cs typeface="나눔고딕"/>
                <a:sym typeface="나눔고딕"/>
              </a:defRPr>
            </a:pPr>
            <a:r>
              <a:rPr sz="2000"/>
              <a:t>static void key(unsigned char key, int x, int y)</a:t>
            </a:r>
            <a:br/>
            <a:r>
              <a:rPr b="0"/>
              <a:t>: ‘q’ 키를 입력받은 경우, 프로그램 종료.  ‘a’ 키를 입력받은 경우, glScalef()의 zoom_x 값에 0.05씩 값을 증가하여 확대. ‘z’ 키를 입력받은 경우, glScalef()의 zoom_x 값에 0.05씩 값을 감소하여 축소.</a:t>
            </a:r>
            <a:br>
              <a:rPr b="0"/>
            </a:br>
            <a:r>
              <a:rPr sz="1500" b="0"/>
              <a:t>// glSclaef(GLfloat x, GLfloat y, GLfloat z)</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Shape 259"/>
          <p:cNvSpPr>
            <a:spLocks noGrp="1"/>
          </p:cNvSpPr>
          <p:nvPr>
            <p:ph type="title"/>
          </p:nvPr>
        </p:nvSpPr>
        <p:spPr>
          <a:xfrm>
            <a:off x="1270000" y="986779"/>
            <a:ext cx="7683500" cy="864246"/>
          </a:xfrm>
          <a:prstGeom prst="rect">
            <a:avLst/>
          </a:prstGeom>
        </p:spPr>
        <p:txBody>
          <a:bodyPr/>
          <a:lstStyle/>
          <a:p>
            <a:r>
              <a:t>주요 기능 설명(2) -</a:t>
            </a:r>
            <a:r>
              <a:rPr sz="3500"/>
              <a:t> </a:t>
            </a:r>
            <a:r>
              <a:rPr sz="3000"/>
              <a:t>회전</a:t>
            </a:r>
          </a:p>
        </p:txBody>
      </p:sp>
      <p:sp>
        <p:nvSpPr>
          <p:cNvPr id="260" name="Shape 260"/>
          <p:cNvSpPr>
            <a:spLocks noGrp="1"/>
          </p:cNvSpPr>
          <p:nvPr>
            <p:ph type="body" idx="1"/>
          </p:nvPr>
        </p:nvSpPr>
        <p:spPr>
          <a:xfrm>
            <a:off x="1070742" y="2451099"/>
            <a:ext cx="10926816" cy="6610138"/>
          </a:xfrm>
          <a:prstGeom prst="rect">
            <a:avLst/>
          </a:prstGeom>
        </p:spPr>
        <p:txBody>
          <a:bodyPr/>
          <a:lstStyle/>
          <a:p>
            <a:pPr marL="635000" indent="-444500">
              <a:lnSpc>
                <a:spcPct val="140000"/>
              </a:lnSpc>
              <a:defRPr sz="2000" b="1">
                <a:latin typeface="나눔고딕"/>
                <a:ea typeface="나눔고딕"/>
                <a:cs typeface="나눔고딕"/>
                <a:sym typeface="나눔고딕"/>
              </a:defRPr>
            </a:pPr>
            <a:r>
              <a:t>자연스러운 회전을 위해 Bradley Smith의 오픈 소스 arcball을 사용</a:t>
            </a:r>
            <a:br/>
            <a:r>
              <a:rPr sz="1800"/>
              <a:t> : </a:t>
            </a:r>
            <a:r>
              <a:rPr sz="1800" b="0"/>
              <a:t>Arcball, written by Bradley Smith, March 24, 2006</a:t>
            </a:r>
            <a:br>
              <a:rPr sz="1800" b="0"/>
            </a:br>
            <a:r>
              <a:rPr sz="1800" b="0"/>
              <a:t>   arcball.h is free to use and modify for any purpose, with no restrictions of </a:t>
            </a:r>
            <a:br>
              <a:rPr sz="1800" b="0"/>
            </a:br>
            <a:r>
              <a:rPr sz="1800" b="0"/>
              <a:t>   copyright or license.</a:t>
            </a:r>
          </a:p>
          <a:p>
            <a:pPr marL="635000" indent="-444500">
              <a:lnSpc>
                <a:spcPct val="140000"/>
              </a:lnSpc>
              <a:defRPr sz="2000" b="1">
                <a:latin typeface="나눔고딕"/>
                <a:ea typeface="나눔고딕"/>
                <a:cs typeface="나눔고딕"/>
                <a:sym typeface="나눔고딕"/>
              </a:defRPr>
            </a:pPr>
            <a:r>
              <a:t>마우스로 클릭한 좌표를 arcball의 구면 좌표계로 매핑하는 방식</a:t>
            </a:r>
            <a:br/>
            <a:r>
              <a:rPr sz="1800"/>
              <a:t>: </a:t>
            </a:r>
            <a:r>
              <a:rPr sz="1800" b="0"/>
              <a:t>void arcball_setzoom(float radius, vec eye, vec up);</a:t>
            </a:r>
            <a:br>
              <a:rPr sz="1800" b="0"/>
            </a:br>
            <a:r>
              <a:rPr sz="1800" b="0"/>
              <a:t>  void arcball_rotate();</a:t>
            </a:r>
            <a:br>
              <a:rPr sz="1800" b="0"/>
            </a:br>
            <a:r>
              <a:rPr sz="1800" b="0"/>
              <a:t>  void arcball_reset();</a:t>
            </a:r>
            <a:br>
              <a:rPr sz="1800" b="0"/>
            </a:br>
            <a:r>
              <a:rPr sz="1800" b="0"/>
              <a:t>  void arcball_start(int mx, int my);</a:t>
            </a:r>
            <a:br>
              <a:rPr sz="1800" b="0"/>
            </a:br>
            <a:r>
              <a:rPr sz="1800" b="0"/>
              <a:t>  void arcball_move(int mx, int my);</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hape 262"/>
          <p:cNvSpPr>
            <a:spLocks noGrp="1"/>
          </p:cNvSpPr>
          <p:nvPr>
            <p:ph type="title"/>
          </p:nvPr>
        </p:nvSpPr>
        <p:spPr>
          <a:xfrm>
            <a:off x="1270000" y="986779"/>
            <a:ext cx="7683500" cy="864246"/>
          </a:xfrm>
          <a:prstGeom prst="rect">
            <a:avLst/>
          </a:prstGeom>
        </p:spPr>
        <p:txBody>
          <a:bodyPr/>
          <a:lstStyle/>
          <a:p>
            <a:r>
              <a:t>주요 기능 설명(3) - </a:t>
            </a:r>
            <a:r>
              <a:rPr sz="3000"/>
              <a:t>modeling</a:t>
            </a:r>
          </a:p>
        </p:txBody>
      </p:sp>
      <p:sp>
        <p:nvSpPr>
          <p:cNvPr id="263" name="Shape 263"/>
          <p:cNvSpPr>
            <a:spLocks noGrp="1"/>
          </p:cNvSpPr>
          <p:nvPr>
            <p:ph type="body" idx="1"/>
          </p:nvPr>
        </p:nvSpPr>
        <p:spPr>
          <a:xfrm>
            <a:off x="1070742" y="2451099"/>
            <a:ext cx="10926816" cy="5838034"/>
          </a:xfrm>
          <a:prstGeom prst="rect">
            <a:avLst/>
          </a:prstGeom>
        </p:spPr>
        <p:txBody>
          <a:bodyPr/>
          <a:lstStyle/>
          <a:p>
            <a:pPr marL="695613" indent="-505113">
              <a:lnSpc>
                <a:spcPct val="150000"/>
              </a:lnSpc>
              <a:defRPr sz="2000" b="1">
                <a:latin typeface="나눔고딕"/>
                <a:ea typeface="나눔고딕"/>
                <a:cs typeface="나눔고딕"/>
                <a:sym typeface="나눔고딕"/>
              </a:defRPr>
            </a:pPr>
            <a:r>
              <a:t>static void reset_view(int w, int h)</a:t>
            </a:r>
            <a:br/>
            <a:r>
              <a:rPr sz="1800" b="0"/>
              <a:t>: Viewport, MatrixMode 그리고 Perspective를 설정해주고 gluLookat()을 통해 Camera위치를 지정한다.</a:t>
            </a:r>
            <a:br>
              <a:rPr sz="1800" b="0"/>
            </a:br>
            <a:r>
              <a:rPr sz="1500" b="0"/>
              <a:t>// gluLookAt( GLdouble eyeX, GLdouble eyeY, GLdouble eyeZ, GLdouble centerX, GLdouble centerY, GLdouble centerZ, GLdouble upX, GLdouble upY, GLdouble upZ)</a:t>
            </a:r>
          </a:p>
          <a:p>
            <a:pPr marL="695613" indent="-505113">
              <a:lnSpc>
                <a:spcPct val="150000"/>
              </a:lnSpc>
              <a:defRPr sz="2000" b="1">
                <a:latin typeface="나눔고딕"/>
                <a:ea typeface="나눔고딕"/>
                <a:cs typeface="나눔고딕"/>
                <a:sym typeface="나눔고딕"/>
              </a:defRPr>
            </a:pPr>
            <a:r>
              <a:t>static void draw_scene()</a:t>
            </a:r>
            <a:br/>
            <a:r>
              <a:rPr sz="1800" b="0"/>
              <a:t>: 모델링에 필요한 기능을 하는 모든 함수를 호출한다</a:t>
            </a:r>
            <a:r>
              <a:rPr sz="1800"/>
              <a:t>. </a:t>
            </a:r>
            <a:br>
              <a:rPr sz="1800"/>
            </a:br>
            <a:r>
              <a:rPr sz="1500" b="0">
                <a:solidFill>
                  <a:srgbClr val="495C5D"/>
                </a:solidFill>
              </a:rPr>
              <a:t>// draw_ear1(), draw_ear2(), draw_hair1(), draw_hair2(), draw head(),</a:t>
            </a:r>
            <a:br>
              <a:rPr sz="1500" b="0">
                <a:solidFill>
                  <a:srgbClr val="495C5D"/>
                </a:solidFill>
              </a:rPr>
            </a:br>
            <a:r>
              <a:rPr sz="1500" b="0">
                <a:solidFill>
                  <a:srgbClr val="495C5D"/>
                </a:solidFill>
              </a:rPr>
              <a:t>draw_body_top(), draw_body_middle(), draw_body_bottom(), draw_shoe_left(), draw_shoe_right(), draw_leg_left(), draw_leg_right(), draw_arm_left(), draw_arm_right(), draw_hand_left(), draw_hand_right(),</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Shape 265"/>
          <p:cNvSpPr>
            <a:spLocks noGrp="1"/>
          </p:cNvSpPr>
          <p:nvPr>
            <p:ph type="title"/>
          </p:nvPr>
        </p:nvSpPr>
        <p:spPr>
          <a:xfrm>
            <a:off x="1270000" y="986779"/>
            <a:ext cx="7683500" cy="864246"/>
          </a:xfrm>
          <a:prstGeom prst="rect">
            <a:avLst/>
          </a:prstGeom>
        </p:spPr>
        <p:txBody>
          <a:bodyPr/>
          <a:lstStyle/>
          <a:p>
            <a:r>
              <a:t>주요 기능 설명(4) - </a:t>
            </a:r>
            <a:r>
              <a:rPr sz="3000"/>
              <a:t>modeling</a:t>
            </a:r>
          </a:p>
        </p:txBody>
      </p:sp>
      <p:sp>
        <p:nvSpPr>
          <p:cNvPr id="266" name="Shape 266"/>
          <p:cNvSpPr>
            <a:spLocks noGrp="1"/>
          </p:cNvSpPr>
          <p:nvPr>
            <p:ph type="body" idx="1"/>
          </p:nvPr>
        </p:nvSpPr>
        <p:spPr>
          <a:xfrm>
            <a:off x="983224" y="2332565"/>
            <a:ext cx="11101852" cy="6292158"/>
          </a:xfrm>
          <a:prstGeom prst="rect">
            <a:avLst/>
          </a:prstGeom>
        </p:spPr>
        <p:txBody>
          <a:bodyPr/>
          <a:lstStyle/>
          <a:p>
            <a:pPr marL="635000" indent="-444500">
              <a:lnSpc>
                <a:spcPct val="80000"/>
              </a:lnSpc>
              <a:spcBef>
                <a:spcPts val="2500"/>
              </a:spcBef>
              <a:defRPr sz="1800" b="1">
                <a:latin typeface="나눔고딕"/>
                <a:ea typeface="나눔고딕"/>
                <a:cs typeface="나눔고딕"/>
                <a:sym typeface="나눔고딕"/>
              </a:defRPr>
            </a:pPr>
            <a:r>
              <a:t>void </a:t>
            </a:r>
            <a:r>
              <a:rPr>
                <a:solidFill>
                  <a:srgbClr val="495C5D"/>
                </a:solidFill>
              </a:rPr>
              <a:t>draw_ear1(), void draw_ear2() </a:t>
            </a:r>
          </a:p>
          <a:p>
            <a:pPr marL="635000" indent="-444500">
              <a:lnSpc>
                <a:spcPct val="80000"/>
              </a:lnSpc>
              <a:spcBef>
                <a:spcPts val="2500"/>
              </a:spcBef>
              <a:defRPr sz="1800" b="1">
                <a:solidFill>
                  <a:srgbClr val="495C5D"/>
                </a:solidFill>
                <a:latin typeface="나눔고딕"/>
                <a:ea typeface="나눔고딕"/>
                <a:cs typeface="나눔고딕"/>
                <a:sym typeface="나눔고딕"/>
              </a:defRPr>
            </a:pPr>
            <a:r>
              <a:t>void draw_hair1(), void draw_hair2()</a:t>
            </a:r>
          </a:p>
          <a:p>
            <a:pPr marL="635000" indent="-444500">
              <a:lnSpc>
                <a:spcPct val="80000"/>
              </a:lnSpc>
              <a:spcBef>
                <a:spcPts val="2500"/>
              </a:spcBef>
              <a:defRPr sz="1800" b="1">
                <a:solidFill>
                  <a:srgbClr val="495C5D"/>
                </a:solidFill>
                <a:latin typeface="나눔고딕"/>
                <a:ea typeface="나눔고딕"/>
                <a:cs typeface="나눔고딕"/>
                <a:sym typeface="나눔고딕"/>
              </a:defRPr>
            </a:pPr>
            <a:r>
              <a:t>void draw head()</a:t>
            </a:r>
          </a:p>
          <a:p>
            <a:pPr marL="635000" indent="-444500">
              <a:lnSpc>
                <a:spcPct val="80000"/>
              </a:lnSpc>
              <a:spcBef>
                <a:spcPts val="2500"/>
              </a:spcBef>
              <a:defRPr sz="1800" b="1">
                <a:solidFill>
                  <a:srgbClr val="495C5D"/>
                </a:solidFill>
                <a:latin typeface="나눔고딕"/>
                <a:ea typeface="나눔고딕"/>
                <a:cs typeface="나눔고딕"/>
                <a:sym typeface="나눔고딕"/>
              </a:defRPr>
            </a:pPr>
            <a:r>
              <a:t>void draw_body_top(), void draw_body_bottom()</a:t>
            </a:r>
          </a:p>
          <a:p>
            <a:pPr marL="635000" indent="-444500">
              <a:lnSpc>
                <a:spcPct val="80000"/>
              </a:lnSpc>
              <a:spcBef>
                <a:spcPts val="2500"/>
              </a:spcBef>
              <a:defRPr sz="1800" b="1">
                <a:solidFill>
                  <a:srgbClr val="495C5D"/>
                </a:solidFill>
                <a:latin typeface="나눔고딕"/>
                <a:ea typeface="나눔고딕"/>
                <a:cs typeface="나눔고딕"/>
                <a:sym typeface="나눔고딕"/>
              </a:defRPr>
            </a:pPr>
            <a:r>
              <a:t>void draw_shoe_left(), void draw_shoe_right()</a:t>
            </a:r>
          </a:p>
          <a:p>
            <a:pPr marL="635000" indent="-444500">
              <a:lnSpc>
                <a:spcPct val="80000"/>
              </a:lnSpc>
              <a:spcBef>
                <a:spcPts val="2500"/>
              </a:spcBef>
              <a:defRPr sz="1800" b="1">
                <a:solidFill>
                  <a:srgbClr val="495C5D"/>
                </a:solidFill>
                <a:latin typeface="나눔고딕"/>
                <a:ea typeface="나눔고딕"/>
                <a:cs typeface="나눔고딕"/>
                <a:sym typeface="나눔고딕"/>
              </a:defRPr>
            </a:pPr>
            <a:r>
              <a:t>void draw_leg_left(), void draw_leg_right()</a:t>
            </a:r>
          </a:p>
          <a:p>
            <a:pPr marL="635000" indent="-444500">
              <a:lnSpc>
                <a:spcPct val="80000"/>
              </a:lnSpc>
              <a:spcBef>
                <a:spcPts val="2500"/>
              </a:spcBef>
              <a:defRPr sz="1800" b="1">
                <a:solidFill>
                  <a:srgbClr val="495C5D"/>
                </a:solidFill>
                <a:latin typeface="나눔고딕"/>
                <a:ea typeface="나눔고딕"/>
                <a:cs typeface="나눔고딕"/>
                <a:sym typeface="나눔고딕"/>
              </a:defRPr>
            </a:pPr>
            <a:r>
              <a:t>void draw_arm_left(), void draw_arm_right()</a:t>
            </a:r>
          </a:p>
          <a:p>
            <a:pPr marL="684388" indent="-493888">
              <a:lnSpc>
                <a:spcPct val="80000"/>
              </a:lnSpc>
              <a:spcBef>
                <a:spcPts val="2500"/>
              </a:spcBef>
              <a:defRPr sz="1800" b="1">
                <a:solidFill>
                  <a:srgbClr val="495C5D"/>
                </a:solidFill>
                <a:latin typeface="나눔고딕"/>
                <a:ea typeface="나눔고딕"/>
                <a:cs typeface="나눔고딕"/>
                <a:sym typeface="나눔고딕"/>
              </a:defRPr>
            </a:pPr>
            <a:r>
              <a:t>void draw_hand_left(), void draw_hand_right()</a:t>
            </a:r>
            <a:br/>
            <a:endParaRPr/>
          </a:p>
          <a:p>
            <a:pPr marL="622300" indent="-444500">
              <a:lnSpc>
                <a:spcPct val="150000"/>
              </a:lnSpc>
              <a:buSzPct val="98000"/>
              <a:buFont typeface="Apple SD 산돌고딕 Neo 중간체"/>
              <a:buChar char="➡"/>
              <a:defRPr sz="2000" b="1">
                <a:solidFill>
                  <a:srgbClr val="495C5D"/>
                </a:solidFill>
                <a:latin typeface="나눔고딕"/>
                <a:ea typeface="나눔고딕"/>
                <a:cs typeface="나눔고딕"/>
                <a:sym typeface="나눔고딕"/>
              </a:defRPr>
            </a:pPr>
            <a:r>
              <a:t>함수 시작부분과 끝 부분에서 각각 glPushMatrix()와 glPopMatrix()를 호출한다. 이후에 glTranslatef() 함수를 사용하여 원하는 위치로 이동하고</a:t>
            </a:r>
            <a:r>
              <a:rPr>
                <a:solidFill>
                  <a:srgbClr val="3E545A"/>
                </a:solidFill>
              </a:rPr>
              <a:t> </a:t>
            </a:r>
            <a:r>
              <a:t>glRotated()를 사용하여 회전하였다. </a:t>
            </a:r>
            <a:br/>
            <a:r>
              <a:t>필요에 따라 실린더(Cylinder), 구(Sphere), 삼각뿔(SolidCone) 형태로 구현하였다.</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Shape 268"/>
          <p:cNvSpPr>
            <a:spLocks noGrp="1"/>
          </p:cNvSpPr>
          <p:nvPr>
            <p:ph type="title"/>
          </p:nvPr>
        </p:nvSpPr>
        <p:spPr>
          <a:xfrm>
            <a:off x="1270000" y="986779"/>
            <a:ext cx="7683500" cy="864246"/>
          </a:xfrm>
          <a:prstGeom prst="rect">
            <a:avLst/>
          </a:prstGeom>
        </p:spPr>
        <p:txBody>
          <a:bodyPr/>
          <a:lstStyle/>
          <a:p>
            <a:r>
              <a:t>주요 기능 설명(5) - </a:t>
            </a:r>
            <a:r>
              <a:rPr sz="3000"/>
              <a:t>Texture Mapping</a:t>
            </a:r>
          </a:p>
        </p:txBody>
      </p:sp>
      <p:sp>
        <p:nvSpPr>
          <p:cNvPr id="269" name="Shape 269"/>
          <p:cNvSpPr>
            <a:spLocks noGrp="1"/>
          </p:cNvSpPr>
          <p:nvPr>
            <p:ph type="body" idx="1"/>
          </p:nvPr>
        </p:nvSpPr>
        <p:spPr>
          <a:xfrm>
            <a:off x="1070742" y="2451099"/>
            <a:ext cx="10926816" cy="5838034"/>
          </a:xfrm>
          <a:prstGeom prst="rect">
            <a:avLst/>
          </a:prstGeom>
        </p:spPr>
        <p:txBody>
          <a:bodyPr/>
          <a:lstStyle/>
          <a:p>
            <a:pPr marL="695613" indent="-505113">
              <a:lnSpc>
                <a:spcPct val="150000"/>
              </a:lnSpc>
              <a:defRPr sz="2000" b="1">
                <a:latin typeface="나눔고딕"/>
                <a:ea typeface="나눔고딕"/>
                <a:cs typeface="나눔고딕"/>
                <a:sym typeface="나눔고딕"/>
              </a:defRPr>
            </a:pPr>
            <a:r>
              <a:t>void loadTexture(void)</a:t>
            </a:r>
            <a:br/>
            <a:r>
              <a:rPr sz="1800" b="0"/>
              <a:t>: BMP 파일을 불러와 텍스쳐를 생성한다. </a:t>
            </a:r>
          </a:p>
          <a:p>
            <a:pPr marL="695613" indent="-505113">
              <a:lnSpc>
                <a:spcPct val="150000"/>
              </a:lnSpc>
              <a:defRPr sz="2000" b="1">
                <a:latin typeface="나눔고딕"/>
                <a:ea typeface="나눔고딕"/>
                <a:cs typeface="나눔고딕"/>
                <a:sym typeface="나눔고딕"/>
              </a:defRPr>
            </a:pPr>
            <a:r>
              <a:t>void renderSphere( float cx, float cy, float cz, float r, int p )</a:t>
            </a:r>
            <a:br/>
            <a:r>
              <a:rPr sz="1800" b="0"/>
              <a:t>: 지정한 위치에 반지름 r인 구를 생성하고 법선 벡터를 설정한다.</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Shape 271"/>
          <p:cNvSpPr>
            <a:spLocks noGrp="1"/>
          </p:cNvSpPr>
          <p:nvPr>
            <p:ph type="title"/>
          </p:nvPr>
        </p:nvSpPr>
        <p:spPr>
          <a:prstGeom prst="rect">
            <a:avLst/>
          </a:prstGeom>
        </p:spPr>
        <p:txBody>
          <a:bodyPr/>
          <a:lstStyle/>
          <a:p>
            <a:r>
              <a:t>Demo</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Shape 273"/>
          <p:cNvSpPr>
            <a:spLocks noGrp="1"/>
          </p:cNvSpPr>
          <p:nvPr>
            <p:ph type="title"/>
          </p:nvPr>
        </p:nvSpPr>
        <p:spPr>
          <a:xfrm>
            <a:off x="1270000" y="986779"/>
            <a:ext cx="7683500" cy="864246"/>
          </a:xfrm>
          <a:prstGeom prst="rect">
            <a:avLst/>
          </a:prstGeom>
        </p:spPr>
        <p:txBody>
          <a:bodyPr/>
          <a:lstStyle/>
          <a:p>
            <a:r>
              <a:t>결과 - </a:t>
            </a:r>
            <a:r>
              <a:rPr sz="3000"/>
              <a:t>실행화면</a:t>
            </a:r>
          </a:p>
        </p:txBody>
      </p:sp>
      <p:grpSp>
        <p:nvGrpSpPr>
          <p:cNvPr id="276" name="Group 276"/>
          <p:cNvGrpSpPr/>
          <p:nvPr/>
        </p:nvGrpSpPr>
        <p:grpSpPr>
          <a:xfrm>
            <a:off x="7493000" y="2616200"/>
            <a:ext cx="3302000" cy="4481617"/>
            <a:chOff x="0" y="0"/>
            <a:chExt cx="3302000" cy="4481616"/>
          </a:xfrm>
        </p:grpSpPr>
        <p:pic>
          <p:nvPicPr>
            <p:cNvPr id="274" name="image9.png"/>
            <p:cNvPicPr>
              <a:picLocks noChangeAspect="1"/>
            </p:cNvPicPr>
            <p:nvPr/>
          </p:nvPicPr>
          <p:blipFill>
            <a:blip r:embed="rId2"/>
            <a:stretch>
              <a:fillRect/>
            </a:stretch>
          </p:blipFill>
          <p:spPr>
            <a:xfrm>
              <a:off x="127000" y="88900"/>
              <a:ext cx="3048000" cy="4151417"/>
            </a:xfrm>
            <a:prstGeom prst="rect">
              <a:avLst/>
            </a:prstGeom>
            <a:ln w="12700" cap="flat">
              <a:noFill/>
              <a:miter lim="400000"/>
            </a:ln>
            <a:effectLst/>
          </p:spPr>
        </p:pic>
        <p:pic>
          <p:nvPicPr>
            <p:cNvPr id="275" name="image10.png"/>
            <p:cNvPicPr>
              <a:picLocks noChangeAspect="1"/>
            </p:cNvPicPr>
            <p:nvPr/>
          </p:nvPicPr>
          <p:blipFill>
            <a:blip r:embed="rId3"/>
            <a:stretch>
              <a:fillRect/>
            </a:stretch>
          </p:blipFill>
          <p:spPr>
            <a:xfrm>
              <a:off x="0" y="0"/>
              <a:ext cx="3302000" cy="4481617"/>
            </a:xfrm>
            <a:prstGeom prst="rect">
              <a:avLst/>
            </a:prstGeom>
            <a:ln w="12700" cap="flat">
              <a:noFill/>
              <a:miter lim="400000"/>
            </a:ln>
            <a:effectLst/>
          </p:spPr>
        </p:pic>
      </p:grpSp>
      <p:grpSp>
        <p:nvGrpSpPr>
          <p:cNvPr id="279" name="Group 279"/>
          <p:cNvGrpSpPr/>
          <p:nvPr/>
        </p:nvGrpSpPr>
        <p:grpSpPr>
          <a:xfrm>
            <a:off x="2552699" y="2666998"/>
            <a:ext cx="3060330" cy="4481620"/>
            <a:chOff x="0" y="0"/>
            <a:chExt cx="3060329" cy="4481619"/>
          </a:xfrm>
        </p:grpSpPr>
        <p:pic>
          <p:nvPicPr>
            <p:cNvPr id="277" name="image1.png"/>
            <p:cNvPicPr>
              <a:picLocks noChangeAspect="1"/>
            </p:cNvPicPr>
            <p:nvPr/>
          </p:nvPicPr>
          <p:blipFill>
            <a:blip r:embed="rId4"/>
            <a:srcRect l="28491" r="28491"/>
            <a:stretch>
              <a:fillRect/>
            </a:stretch>
          </p:blipFill>
          <p:spPr>
            <a:xfrm>
              <a:off x="127000" y="88900"/>
              <a:ext cx="2806329" cy="4151418"/>
            </a:xfrm>
            <a:prstGeom prst="rect">
              <a:avLst/>
            </a:prstGeom>
            <a:ln w="12700" cap="flat">
              <a:noFill/>
              <a:miter lim="400000"/>
            </a:ln>
            <a:effectLst/>
          </p:spPr>
        </p:pic>
        <p:pic>
          <p:nvPicPr>
            <p:cNvPr id="278" name="image11.png"/>
            <p:cNvPicPr>
              <a:picLocks noChangeAspect="1"/>
            </p:cNvPicPr>
            <p:nvPr/>
          </p:nvPicPr>
          <p:blipFill>
            <a:blip r:embed="rId5"/>
            <a:stretch>
              <a:fillRect/>
            </a:stretch>
          </p:blipFill>
          <p:spPr>
            <a:xfrm>
              <a:off x="-1" y="-1"/>
              <a:ext cx="3060330" cy="4481620"/>
            </a:xfrm>
            <a:prstGeom prst="rect">
              <a:avLst/>
            </a:prstGeom>
            <a:ln w="12700" cap="flat">
              <a:noFill/>
              <a:miter lim="400000"/>
            </a:ln>
            <a:effectLst/>
          </p:spPr>
        </p:pic>
      </p:grpSp>
      <p:sp>
        <p:nvSpPr>
          <p:cNvPr id="280" name="Shape 280"/>
          <p:cNvSpPr/>
          <p:nvPr/>
        </p:nvSpPr>
        <p:spPr>
          <a:xfrm>
            <a:off x="2851599" y="7753350"/>
            <a:ext cx="1799337" cy="3937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2000">
                <a:solidFill>
                  <a:srgbClr val="3E545A"/>
                </a:solidFill>
                <a:latin typeface="나눔고딕"/>
                <a:ea typeface="나눔고딕"/>
                <a:cs typeface="나눔고딕"/>
                <a:sym typeface="나눔고딕"/>
              </a:defRPr>
            </a:lvl1pPr>
          </a:lstStyle>
          <a:p>
            <a:r>
              <a:t>&lt; 목표 이미지 &gt;</a:t>
            </a:r>
          </a:p>
        </p:txBody>
      </p:sp>
      <p:sp>
        <p:nvSpPr>
          <p:cNvPr id="281" name="Shape 281"/>
          <p:cNvSpPr/>
          <p:nvPr/>
        </p:nvSpPr>
        <p:spPr>
          <a:xfrm>
            <a:off x="7970012" y="7753350"/>
            <a:ext cx="2347977" cy="3937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2000">
                <a:solidFill>
                  <a:srgbClr val="3E545A"/>
                </a:solidFill>
                <a:latin typeface="나눔고딕"/>
                <a:ea typeface="나눔고딕"/>
                <a:cs typeface="나눔고딕"/>
                <a:sym typeface="나눔고딕"/>
              </a:defRPr>
            </a:lvl1pPr>
          </a:lstStyle>
          <a:p>
            <a:r>
              <a:t>&lt; 실제 모델링 결과 &gt;</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Shape 283"/>
          <p:cNvSpPr>
            <a:spLocks noGrp="1"/>
          </p:cNvSpPr>
          <p:nvPr>
            <p:ph type="title"/>
          </p:nvPr>
        </p:nvSpPr>
        <p:spPr>
          <a:xfrm>
            <a:off x="1270000" y="986779"/>
            <a:ext cx="7683500" cy="864246"/>
          </a:xfrm>
          <a:prstGeom prst="rect">
            <a:avLst/>
          </a:prstGeom>
        </p:spPr>
        <p:txBody>
          <a:bodyPr/>
          <a:lstStyle/>
          <a:p>
            <a:r>
              <a:t>결과 - </a:t>
            </a:r>
            <a:r>
              <a:rPr sz="3000"/>
              <a:t>Zoom In/OUT</a:t>
            </a:r>
          </a:p>
        </p:txBody>
      </p:sp>
      <p:grpSp>
        <p:nvGrpSpPr>
          <p:cNvPr id="286" name="Group 286"/>
          <p:cNvGrpSpPr/>
          <p:nvPr/>
        </p:nvGrpSpPr>
        <p:grpSpPr>
          <a:xfrm>
            <a:off x="2558191" y="2621890"/>
            <a:ext cx="3304061" cy="4484421"/>
            <a:chOff x="0" y="0"/>
            <a:chExt cx="3304060" cy="4484420"/>
          </a:xfrm>
        </p:grpSpPr>
        <p:pic>
          <p:nvPicPr>
            <p:cNvPr id="284" name="image12.png"/>
            <p:cNvPicPr>
              <a:picLocks noChangeAspect="1"/>
            </p:cNvPicPr>
            <p:nvPr/>
          </p:nvPicPr>
          <p:blipFill>
            <a:blip r:embed="rId2"/>
            <a:stretch>
              <a:fillRect/>
            </a:stretch>
          </p:blipFill>
          <p:spPr>
            <a:xfrm>
              <a:off x="127000" y="88900"/>
              <a:ext cx="3050061" cy="4154221"/>
            </a:xfrm>
            <a:prstGeom prst="rect">
              <a:avLst/>
            </a:prstGeom>
            <a:ln w="12700" cap="flat">
              <a:noFill/>
              <a:miter lim="400000"/>
            </a:ln>
            <a:effectLst/>
          </p:spPr>
        </p:pic>
        <p:pic>
          <p:nvPicPr>
            <p:cNvPr id="285" name="image13.png"/>
            <p:cNvPicPr>
              <a:picLocks noChangeAspect="1"/>
            </p:cNvPicPr>
            <p:nvPr/>
          </p:nvPicPr>
          <p:blipFill>
            <a:blip r:embed="rId3"/>
            <a:stretch>
              <a:fillRect/>
            </a:stretch>
          </p:blipFill>
          <p:spPr>
            <a:xfrm>
              <a:off x="0" y="0"/>
              <a:ext cx="3304061" cy="4484421"/>
            </a:xfrm>
            <a:prstGeom prst="rect">
              <a:avLst/>
            </a:prstGeom>
            <a:ln w="12700" cap="flat">
              <a:noFill/>
              <a:miter lim="400000"/>
            </a:ln>
            <a:effectLst/>
          </p:spPr>
        </p:pic>
      </p:grpSp>
      <p:grpSp>
        <p:nvGrpSpPr>
          <p:cNvPr id="289" name="Group 289"/>
          <p:cNvGrpSpPr/>
          <p:nvPr/>
        </p:nvGrpSpPr>
        <p:grpSpPr>
          <a:xfrm>
            <a:off x="7491104" y="2615540"/>
            <a:ext cx="3304062" cy="4484421"/>
            <a:chOff x="0" y="0"/>
            <a:chExt cx="3304060" cy="4484420"/>
          </a:xfrm>
        </p:grpSpPr>
        <p:pic>
          <p:nvPicPr>
            <p:cNvPr id="287" name="image14.png"/>
            <p:cNvPicPr>
              <a:picLocks noChangeAspect="1"/>
            </p:cNvPicPr>
            <p:nvPr/>
          </p:nvPicPr>
          <p:blipFill>
            <a:blip r:embed="rId4"/>
            <a:stretch>
              <a:fillRect/>
            </a:stretch>
          </p:blipFill>
          <p:spPr>
            <a:xfrm>
              <a:off x="127000" y="88900"/>
              <a:ext cx="3050061" cy="4154221"/>
            </a:xfrm>
            <a:prstGeom prst="rect">
              <a:avLst/>
            </a:prstGeom>
            <a:ln w="12700" cap="flat">
              <a:noFill/>
              <a:miter lim="400000"/>
            </a:ln>
            <a:effectLst/>
          </p:spPr>
        </p:pic>
        <p:pic>
          <p:nvPicPr>
            <p:cNvPr id="288" name="image13.png"/>
            <p:cNvPicPr>
              <a:picLocks noChangeAspect="1"/>
            </p:cNvPicPr>
            <p:nvPr/>
          </p:nvPicPr>
          <p:blipFill>
            <a:blip r:embed="rId3"/>
            <a:stretch>
              <a:fillRect/>
            </a:stretch>
          </p:blipFill>
          <p:spPr>
            <a:xfrm>
              <a:off x="0" y="0"/>
              <a:ext cx="3304061" cy="4484421"/>
            </a:xfrm>
            <a:prstGeom prst="rect">
              <a:avLst/>
            </a:prstGeom>
            <a:ln w="12700" cap="flat">
              <a:noFill/>
              <a:miter lim="400000"/>
            </a:ln>
            <a:effectLst/>
          </p:spPr>
        </p:pic>
      </p:grpSp>
      <p:sp>
        <p:nvSpPr>
          <p:cNvPr id="290" name="Shape 290"/>
          <p:cNvSpPr/>
          <p:nvPr/>
        </p:nvSpPr>
        <p:spPr>
          <a:xfrm>
            <a:off x="2960413" y="7756525"/>
            <a:ext cx="2499615" cy="3937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2000">
                <a:solidFill>
                  <a:srgbClr val="3E545A"/>
                </a:solidFill>
                <a:latin typeface="나눔고딕"/>
                <a:ea typeface="나눔고딕"/>
                <a:cs typeface="나눔고딕"/>
                <a:sym typeface="나눔고딕"/>
              </a:defRPr>
            </a:lvl1pPr>
          </a:lstStyle>
          <a:p>
            <a:r>
              <a:t>&lt; ‘a’ key로 Zoom In &gt;</a:t>
            </a:r>
          </a:p>
        </p:txBody>
      </p:sp>
      <p:sp>
        <p:nvSpPr>
          <p:cNvPr id="291" name="Shape 291"/>
          <p:cNvSpPr/>
          <p:nvPr/>
        </p:nvSpPr>
        <p:spPr>
          <a:xfrm>
            <a:off x="7785758" y="7756525"/>
            <a:ext cx="2714753" cy="3937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2000">
                <a:solidFill>
                  <a:srgbClr val="3E545A"/>
                </a:solidFill>
                <a:latin typeface="나눔고딕"/>
                <a:ea typeface="나눔고딕"/>
                <a:cs typeface="나눔고딕"/>
                <a:sym typeface="나눔고딕"/>
              </a:defRPr>
            </a:lvl1pPr>
          </a:lstStyle>
          <a:p>
            <a:r>
              <a:t>&lt; ‘z’ key로 Zoom Out &gt;</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Shape 293"/>
          <p:cNvSpPr>
            <a:spLocks noGrp="1"/>
          </p:cNvSpPr>
          <p:nvPr>
            <p:ph type="title"/>
          </p:nvPr>
        </p:nvSpPr>
        <p:spPr>
          <a:xfrm>
            <a:off x="1270000" y="986779"/>
            <a:ext cx="7683500" cy="864246"/>
          </a:xfrm>
          <a:prstGeom prst="rect">
            <a:avLst/>
          </a:prstGeom>
        </p:spPr>
        <p:txBody>
          <a:bodyPr/>
          <a:lstStyle/>
          <a:p>
            <a:r>
              <a:t>결과 - </a:t>
            </a:r>
            <a:r>
              <a:rPr sz="3000"/>
              <a:t>rotate</a:t>
            </a:r>
          </a:p>
        </p:txBody>
      </p:sp>
      <p:grpSp>
        <p:nvGrpSpPr>
          <p:cNvPr id="296" name="Group 296"/>
          <p:cNvGrpSpPr/>
          <p:nvPr/>
        </p:nvGrpSpPr>
        <p:grpSpPr>
          <a:xfrm>
            <a:off x="2552700" y="2667000"/>
            <a:ext cx="3302000" cy="4481617"/>
            <a:chOff x="0" y="0"/>
            <a:chExt cx="3302000" cy="4481616"/>
          </a:xfrm>
        </p:grpSpPr>
        <p:pic>
          <p:nvPicPr>
            <p:cNvPr id="294" name="image15.png"/>
            <p:cNvPicPr>
              <a:picLocks noChangeAspect="1"/>
            </p:cNvPicPr>
            <p:nvPr/>
          </p:nvPicPr>
          <p:blipFill>
            <a:blip r:embed="rId2"/>
            <a:stretch>
              <a:fillRect/>
            </a:stretch>
          </p:blipFill>
          <p:spPr>
            <a:xfrm>
              <a:off x="127000" y="88900"/>
              <a:ext cx="3048000" cy="4151417"/>
            </a:xfrm>
            <a:prstGeom prst="rect">
              <a:avLst/>
            </a:prstGeom>
            <a:ln w="12700" cap="flat">
              <a:noFill/>
              <a:miter lim="400000"/>
            </a:ln>
            <a:effectLst/>
          </p:spPr>
        </p:pic>
        <p:pic>
          <p:nvPicPr>
            <p:cNvPr id="295" name="image10.png"/>
            <p:cNvPicPr>
              <a:picLocks noChangeAspect="1"/>
            </p:cNvPicPr>
            <p:nvPr/>
          </p:nvPicPr>
          <p:blipFill>
            <a:blip r:embed="rId3"/>
            <a:stretch>
              <a:fillRect/>
            </a:stretch>
          </p:blipFill>
          <p:spPr>
            <a:xfrm>
              <a:off x="0" y="0"/>
              <a:ext cx="3302000" cy="4481617"/>
            </a:xfrm>
            <a:prstGeom prst="rect">
              <a:avLst/>
            </a:prstGeom>
            <a:ln w="12700" cap="flat">
              <a:noFill/>
              <a:miter lim="400000"/>
            </a:ln>
            <a:effectLst/>
          </p:spPr>
        </p:pic>
      </p:grpSp>
      <p:grpSp>
        <p:nvGrpSpPr>
          <p:cNvPr id="299" name="Group 299"/>
          <p:cNvGrpSpPr/>
          <p:nvPr/>
        </p:nvGrpSpPr>
        <p:grpSpPr>
          <a:xfrm>
            <a:off x="7493000" y="2667000"/>
            <a:ext cx="3302000" cy="4481617"/>
            <a:chOff x="0" y="0"/>
            <a:chExt cx="3302000" cy="4481616"/>
          </a:xfrm>
        </p:grpSpPr>
        <p:pic>
          <p:nvPicPr>
            <p:cNvPr id="297" name="image16.png"/>
            <p:cNvPicPr>
              <a:picLocks noChangeAspect="1"/>
            </p:cNvPicPr>
            <p:nvPr/>
          </p:nvPicPr>
          <p:blipFill>
            <a:blip r:embed="rId4"/>
            <a:stretch>
              <a:fillRect/>
            </a:stretch>
          </p:blipFill>
          <p:spPr>
            <a:xfrm>
              <a:off x="127000" y="88900"/>
              <a:ext cx="3048000" cy="4151417"/>
            </a:xfrm>
            <a:prstGeom prst="rect">
              <a:avLst/>
            </a:prstGeom>
            <a:ln w="12700" cap="flat">
              <a:noFill/>
              <a:miter lim="400000"/>
            </a:ln>
            <a:effectLst/>
          </p:spPr>
        </p:pic>
        <p:pic>
          <p:nvPicPr>
            <p:cNvPr id="298" name="image10.png"/>
            <p:cNvPicPr>
              <a:picLocks noChangeAspect="1"/>
            </p:cNvPicPr>
            <p:nvPr/>
          </p:nvPicPr>
          <p:blipFill>
            <a:blip r:embed="rId3"/>
            <a:stretch>
              <a:fillRect/>
            </a:stretch>
          </p:blipFill>
          <p:spPr>
            <a:xfrm>
              <a:off x="0" y="0"/>
              <a:ext cx="3302000" cy="4481617"/>
            </a:xfrm>
            <a:prstGeom prst="rect">
              <a:avLst/>
            </a:prstGeom>
            <a:ln w="12700" cap="flat">
              <a:noFill/>
              <a:miter lim="400000"/>
            </a:ln>
            <a:effectLst/>
          </p:spPr>
        </p:pic>
      </p:grpSp>
      <p:sp>
        <p:nvSpPr>
          <p:cNvPr id="300" name="Shape 300"/>
          <p:cNvSpPr/>
          <p:nvPr/>
        </p:nvSpPr>
        <p:spPr>
          <a:xfrm>
            <a:off x="5576443" y="7749116"/>
            <a:ext cx="1851915" cy="3937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2000">
                <a:solidFill>
                  <a:srgbClr val="3E545A"/>
                </a:solidFill>
                <a:latin typeface="나눔고딕"/>
                <a:ea typeface="나눔고딕"/>
                <a:cs typeface="나눔고딕"/>
                <a:sym typeface="나눔고딕"/>
              </a:defRPr>
            </a:lvl1pPr>
          </a:lstStyle>
          <a:p>
            <a:r>
              <a:t>&lt; arcball 회전 &gt;</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4" name="Group 304"/>
          <p:cNvGrpSpPr/>
          <p:nvPr/>
        </p:nvGrpSpPr>
        <p:grpSpPr>
          <a:xfrm>
            <a:off x="2552699" y="2663781"/>
            <a:ext cx="3299296" cy="4477930"/>
            <a:chOff x="0" y="0"/>
            <a:chExt cx="3299294" cy="4477928"/>
          </a:xfrm>
        </p:grpSpPr>
        <p:pic>
          <p:nvPicPr>
            <p:cNvPr id="302" name="image17.png"/>
            <p:cNvPicPr>
              <a:picLocks noChangeAspect="1"/>
            </p:cNvPicPr>
            <p:nvPr/>
          </p:nvPicPr>
          <p:blipFill>
            <a:blip r:embed="rId2"/>
            <a:stretch>
              <a:fillRect/>
            </a:stretch>
          </p:blipFill>
          <p:spPr>
            <a:xfrm>
              <a:off x="127000" y="88899"/>
              <a:ext cx="3045295" cy="4147730"/>
            </a:xfrm>
            <a:prstGeom prst="rect">
              <a:avLst/>
            </a:prstGeom>
            <a:ln w="12700" cap="flat">
              <a:noFill/>
              <a:miter lim="400000"/>
            </a:ln>
            <a:effectLst/>
          </p:spPr>
        </p:pic>
        <p:pic>
          <p:nvPicPr>
            <p:cNvPr id="303" name="image10.png"/>
            <p:cNvPicPr>
              <a:picLocks noChangeAspect="1"/>
            </p:cNvPicPr>
            <p:nvPr/>
          </p:nvPicPr>
          <p:blipFill>
            <a:blip r:embed="rId3"/>
            <a:stretch>
              <a:fillRect/>
            </a:stretch>
          </p:blipFill>
          <p:spPr>
            <a:xfrm>
              <a:off x="-1" y="-1"/>
              <a:ext cx="3299296" cy="4477930"/>
            </a:xfrm>
            <a:prstGeom prst="rect">
              <a:avLst/>
            </a:prstGeom>
            <a:ln w="12700" cap="flat">
              <a:noFill/>
              <a:miter lim="400000"/>
            </a:ln>
            <a:effectLst/>
          </p:spPr>
        </p:pic>
      </p:grpSp>
      <p:grpSp>
        <p:nvGrpSpPr>
          <p:cNvPr id="307" name="Group 307"/>
          <p:cNvGrpSpPr/>
          <p:nvPr/>
        </p:nvGrpSpPr>
        <p:grpSpPr>
          <a:xfrm>
            <a:off x="7493000" y="2667000"/>
            <a:ext cx="3302000" cy="4481617"/>
            <a:chOff x="0" y="0"/>
            <a:chExt cx="3302000" cy="4481616"/>
          </a:xfrm>
        </p:grpSpPr>
        <p:pic>
          <p:nvPicPr>
            <p:cNvPr id="305" name="image18.png"/>
            <p:cNvPicPr>
              <a:picLocks noChangeAspect="1"/>
            </p:cNvPicPr>
            <p:nvPr/>
          </p:nvPicPr>
          <p:blipFill>
            <a:blip r:embed="rId4"/>
            <a:stretch>
              <a:fillRect/>
            </a:stretch>
          </p:blipFill>
          <p:spPr>
            <a:xfrm>
              <a:off x="127000" y="88900"/>
              <a:ext cx="3048000" cy="4151417"/>
            </a:xfrm>
            <a:prstGeom prst="rect">
              <a:avLst/>
            </a:prstGeom>
            <a:ln w="12700" cap="flat">
              <a:noFill/>
              <a:miter lim="400000"/>
            </a:ln>
            <a:effectLst/>
          </p:spPr>
        </p:pic>
        <p:pic>
          <p:nvPicPr>
            <p:cNvPr id="306" name="image10.png"/>
            <p:cNvPicPr>
              <a:picLocks noChangeAspect="1"/>
            </p:cNvPicPr>
            <p:nvPr/>
          </p:nvPicPr>
          <p:blipFill>
            <a:blip r:embed="rId3"/>
            <a:stretch>
              <a:fillRect/>
            </a:stretch>
          </p:blipFill>
          <p:spPr>
            <a:xfrm>
              <a:off x="0" y="0"/>
              <a:ext cx="3302000" cy="4481617"/>
            </a:xfrm>
            <a:prstGeom prst="rect">
              <a:avLst/>
            </a:prstGeom>
            <a:ln w="12700" cap="flat">
              <a:noFill/>
              <a:miter lim="400000"/>
            </a:ln>
            <a:effectLst/>
          </p:spPr>
        </p:pic>
      </p:grpSp>
      <p:sp>
        <p:nvSpPr>
          <p:cNvPr id="308" name="Shape 308"/>
          <p:cNvSpPr/>
          <p:nvPr/>
        </p:nvSpPr>
        <p:spPr>
          <a:xfrm>
            <a:off x="5572189" y="7753350"/>
            <a:ext cx="1851915" cy="3937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2000">
                <a:solidFill>
                  <a:srgbClr val="3E545A"/>
                </a:solidFill>
                <a:latin typeface="나눔고딕"/>
                <a:ea typeface="나눔고딕"/>
                <a:cs typeface="나눔고딕"/>
                <a:sym typeface="나눔고딕"/>
              </a:defRPr>
            </a:lvl1pPr>
          </a:lstStyle>
          <a:p>
            <a:r>
              <a:t>&lt; arcball 회전 &gt;</a:t>
            </a:r>
          </a:p>
        </p:txBody>
      </p:sp>
      <p:sp>
        <p:nvSpPr>
          <p:cNvPr id="309" name="Shape 309"/>
          <p:cNvSpPr>
            <a:spLocks noGrp="1"/>
          </p:cNvSpPr>
          <p:nvPr>
            <p:ph type="title"/>
          </p:nvPr>
        </p:nvSpPr>
        <p:spPr>
          <a:xfrm>
            <a:off x="1270000" y="986779"/>
            <a:ext cx="7683500" cy="864246"/>
          </a:xfrm>
          <a:prstGeom prst="rect">
            <a:avLst/>
          </a:prstGeom>
        </p:spPr>
        <p:txBody>
          <a:bodyPr/>
          <a:lstStyle/>
          <a:p>
            <a:r>
              <a:t>결과 - </a:t>
            </a:r>
            <a:r>
              <a:rPr sz="3000"/>
              <a:t>rotate</a:t>
            </a:r>
          </a:p>
        </p:txBody>
      </p:sp>
    </p:spTree>
  </p:cSld>
  <p:clrMapOvr>
    <a:masterClrMapping/>
  </p:clrMapOvr>
  <p:transition spd="slow"/>
</p:sld>
</file>

<file path=ppt/theme/theme1.xml><?xml version="1.0" encoding="utf-8"?>
<a:theme xmlns:a="http://schemas.openxmlformats.org/drawingml/2006/main" name="White">
  <a:themeElements>
    <a:clrScheme name="White">
      <a:dk1>
        <a:srgbClr val="032336"/>
      </a:dk1>
      <a:lt1>
        <a:srgbClr val="363433"/>
      </a:lt1>
      <a:dk2>
        <a:srgbClr val="A7A7A7"/>
      </a:dk2>
      <a:lt2>
        <a:srgbClr val="535353"/>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Lucida Grande"/>
        <a:ea typeface="Lucida Grande"/>
        <a:cs typeface="Lucida Grand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3534"/>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Lucida Grande"/>
        <a:ea typeface="Lucida Grande"/>
        <a:cs typeface="Lucida Grand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3534"/>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200" b="0" i="0" u="none" strike="noStrike" cap="none" spc="0" normalizeH="0" baseline="0">
            <a:ln>
              <a:noFill/>
            </a:ln>
            <a:solidFill>
              <a:srgbClr val="032336"/>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934</Words>
  <Application>Microsoft Office PowerPoint</Application>
  <PresentationFormat>사용자 지정</PresentationFormat>
  <Paragraphs>55</Paragraphs>
  <Slides>18</Slides>
  <Notes>0</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18</vt:i4>
      </vt:variant>
    </vt:vector>
  </HeadingPairs>
  <TitlesOfParts>
    <vt:vector size="26" baseType="lpstr">
      <vt:lpstr>Apple SD 산돌고딕 Neo 볼드체</vt:lpstr>
      <vt:lpstr>Apple SD 산돌고딕 Neo 일반체</vt:lpstr>
      <vt:lpstr>Apple SD 산돌고딕 Neo 중간체</vt:lpstr>
      <vt:lpstr>Gill Sans</vt:lpstr>
      <vt:lpstr>Helvetica Neue Medium</vt:lpstr>
      <vt:lpstr>Lucida Grande</vt:lpstr>
      <vt:lpstr>Impact</vt:lpstr>
      <vt:lpstr>White</vt:lpstr>
      <vt:lpstr>computer graphics</vt:lpstr>
      <vt:lpstr>contents</vt:lpstr>
      <vt:lpstr>프로젝트 소개</vt:lpstr>
      <vt:lpstr>프로젝트 소개 - 목표 및 idea</vt:lpstr>
      <vt:lpstr>Modeling &amp; Texture Mapping</vt:lpstr>
      <vt:lpstr>Modeling - 작업 순서</vt:lpstr>
      <vt:lpstr>Texture Mapping - 작업 순서</vt:lpstr>
      <vt:lpstr>주요 기능 설명</vt:lpstr>
      <vt:lpstr>주요 기능 설명(1) - 초기화, 조명, Zoom</vt:lpstr>
      <vt:lpstr>주요 기능 설명(2) - 회전</vt:lpstr>
      <vt:lpstr>주요 기능 설명(3) - modeling</vt:lpstr>
      <vt:lpstr>주요 기능 설명(4) - modeling</vt:lpstr>
      <vt:lpstr>주요 기능 설명(5) - Texture Mapping</vt:lpstr>
      <vt:lpstr>Demo</vt:lpstr>
      <vt:lpstr>결과 - 실행화면</vt:lpstr>
      <vt:lpstr>결과 - Zoom In/OUT</vt:lpstr>
      <vt:lpstr>결과 - rotate</vt:lpstr>
      <vt:lpstr>결과 - rotate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정진 이</cp:lastModifiedBy>
  <cp:revision>1</cp:revision>
  <dcterms:modified xsi:type="dcterms:W3CDTF">2025-03-10T13:46:13Z</dcterms:modified>
</cp:coreProperties>
</file>